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c6c9556775434f" /><Relationship Type="http://schemas.openxmlformats.org/officeDocument/2006/relationships/extended-properties" Target="/docProps/app.xml" Id="R44297b2278a84089" /><Relationship Type="http://schemas.openxmlformats.org/officeDocument/2006/relationships/officeDocument" Target="/ppt/presentation.xml" Id="R92db12eb710f41f8" /></Relationships>
</file>

<file path=ppt/presentation.xml><?xml version="1.0" encoding="utf-8"?>
<p:presentation xmlns:p="http://schemas.openxmlformats.org/presentationml/2006/main">
  <p:sldMasterIdLst>
    <p:sldMasterId xmlns:r="http://schemas.openxmlformats.org/officeDocument/2006/relationships" id="2147483648" r:id="Ra305d667e47c45fd"/>
  </p:sldMasterIdLst>
  <p:notesMasterIdLst>
    <p:notesMasterId xmlns:r="http://schemas.openxmlformats.org/officeDocument/2006/relationships" r:id="R712e1e468fc749e5"/>
  </p:notesMasterIdLst>
  <p:sldIdLst>
    <p:sldId xmlns:r="http://schemas.openxmlformats.org/officeDocument/2006/relationships" id="256" r:id="R64fda90721c3401b"/>
    <p:sldId xmlns:r="http://schemas.openxmlformats.org/officeDocument/2006/relationships" id="257" r:id="Raee49bca2d47442e"/>
    <p:sldId xmlns:r="http://schemas.openxmlformats.org/officeDocument/2006/relationships" id="258" r:id="Rc1cc10d40ae34370"/>
    <p:sldId xmlns:r="http://schemas.openxmlformats.org/officeDocument/2006/relationships" id="259" r:id="Rc26b355c43794b95"/>
    <p:sldId xmlns:r="http://schemas.openxmlformats.org/officeDocument/2006/relationships" id="260" r:id="R277c3dacce4b47a4"/>
    <p:sldId xmlns:r="http://schemas.openxmlformats.org/officeDocument/2006/relationships" id="261" r:id="R6ebb2e8b484849df"/>
    <p:sldId xmlns:r="http://schemas.openxmlformats.org/officeDocument/2006/relationships" id="262" r:id="R8fb015f4f55e42d3"/>
    <p:sldId xmlns:r="http://schemas.openxmlformats.org/officeDocument/2006/relationships" id="263" r:id="Rfef99ff11b3f4159"/>
    <p:sldId xmlns:r="http://schemas.openxmlformats.org/officeDocument/2006/relationships" id="264" r:id="Rca3e4fda4af64051"/>
    <p:sldId xmlns:r="http://schemas.openxmlformats.org/officeDocument/2006/relationships" id="265" r:id="R058ac9d2356a413a"/>
    <p:sldId xmlns:r="http://schemas.openxmlformats.org/officeDocument/2006/relationships" id="266" r:id="R63254dfb61674d0c"/>
    <p:sldId xmlns:r="http://schemas.openxmlformats.org/officeDocument/2006/relationships" id="267" r:id="R934a66c119ba487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6c7f25da9f24521" /><Relationship Type="http://schemas.openxmlformats.org/officeDocument/2006/relationships/slideMaster" Target="/ppt/slideMasters/slideMaster1.xml" Id="Ra305d667e47c45fd" /><Relationship Type="http://schemas.openxmlformats.org/officeDocument/2006/relationships/notesMaster" Target="/ppt/notesMasters/notesMaster1.xml" Id="R712e1e468fc749e5" /><Relationship Type="http://schemas.openxmlformats.org/officeDocument/2006/relationships/presProps" Target="/ppt/presProps.xml" Id="R13f0856965944e4e" /><Relationship Type="http://schemas.openxmlformats.org/officeDocument/2006/relationships/viewProps" Target="/ppt/viewProps.xml" Id="Rea2a7c6672ad41ed" /><Relationship Type="http://schemas.openxmlformats.org/officeDocument/2006/relationships/tableStyles" Target="/ppt/tableStyles.xml" Id="R3f2d3c7b8db944dd" /><Relationship Type="http://schemas.openxmlformats.org/officeDocument/2006/relationships/slide" Target="/ppt/slides/slide1.xml" Id="R64fda90721c3401b" /><Relationship Type="http://schemas.openxmlformats.org/officeDocument/2006/relationships/slide" Target="/ppt/slides/slide2.xml" Id="Raee49bca2d47442e" /><Relationship Type="http://schemas.openxmlformats.org/officeDocument/2006/relationships/slide" Target="/ppt/slides/slide3.xml" Id="Rc1cc10d40ae34370" /><Relationship Type="http://schemas.openxmlformats.org/officeDocument/2006/relationships/slide" Target="/ppt/slides/slide4.xml" Id="Rc26b355c43794b95" /><Relationship Type="http://schemas.openxmlformats.org/officeDocument/2006/relationships/slide" Target="/ppt/slides/slide5.xml" Id="R277c3dacce4b47a4" /><Relationship Type="http://schemas.openxmlformats.org/officeDocument/2006/relationships/slide" Target="/ppt/slides/slide6.xml" Id="R6ebb2e8b484849df" /><Relationship Type="http://schemas.openxmlformats.org/officeDocument/2006/relationships/slide" Target="/ppt/slides/slide7.xml" Id="R8fb015f4f55e42d3" /><Relationship Type="http://schemas.openxmlformats.org/officeDocument/2006/relationships/slide" Target="/ppt/slides/slide8.xml" Id="Rfef99ff11b3f4159" /><Relationship Type="http://schemas.openxmlformats.org/officeDocument/2006/relationships/slide" Target="/ppt/slides/slide9.xml" Id="Rca3e4fda4af64051" /><Relationship Type="http://schemas.openxmlformats.org/officeDocument/2006/relationships/slide" Target="/ppt/slides/slide10.xml" Id="R058ac9d2356a413a" /><Relationship Type="http://schemas.openxmlformats.org/officeDocument/2006/relationships/slide" Target="/ppt/slides/slide11.xml" Id="R63254dfb61674d0c" /><Relationship Type="http://schemas.openxmlformats.org/officeDocument/2006/relationships/slide" Target="/ppt/slides/slide12.xml" Id="R934a66c119ba48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2bc78bb3ba4b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e6ff89d2ef436b" /><Relationship Type="http://schemas.openxmlformats.org/officeDocument/2006/relationships/notesMaster" Target="/ppt/notesMasters/notesMaster1.xml" Id="R87d1acc9d5f743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cb2868c5cd4cbd" /><Relationship Type="http://schemas.openxmlformats.org/officeDocument/2006/relationships/notesMaster" Target="/ppt/notesMasters/notesMaster1.xml" Id="Rdd090bf2c3404f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c0200523b84304" /><Relationship Type="http://schemas.openxmlformats.org/officeDocument/2006/relationships/notesMaster" Target="/ppt/notesMasters/notesMaster1.xml" Id="R0e3cd9c248854d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eba5df7d714df7" /><Relationship Type="http://schemas.openxmlformats.org/officeDocument/2006/relationships/notesMaster" Target="/ppt/notesMasters/notesMaster1.xml" Id="R615f3db4141849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5d4191cbd044d0" /><Relationship Type="http://schemas.openxmlformats.org/officeDocument/2006/relationships/notesMaster" Target="/ppt/notesMasters/notesMaster1.xml" Id="R39fb5982e92540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6a695560954bba" /><Relationship Type="http://schemas.openxmlformats.org/officeDocument/2006/relationships/notesMaster" Target="/ppt/notesMasters/notesMaster1.xml" Id="R13e80667671f4e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bfbd7633aa4d0d" /><Relationship Type="http://schemas.openxmlformats.org/officeDocument/2006/relationships/notesMaster" Target="/ppt/notesMasters/notesMaster1.xml" Id="R20118251728e40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1996cb1d634b23" /><Relationship Type="http://schemas.openxmlformats.org/officeDocument/2006/relationships/notesMaster" Target="/ppt/notesMasters/notesMaster1.xml" Id="R5fe9e1503a5f48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5f7c29c4b84f87" /><Relationship Type="http://schemas.openxmlformats.org/officeDocument/2006/relationships/notesMaster" Target="/ppt/notesMasters/notesMaster1.xml" Id="R8e1d7d1a23224e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b20a5b2fe6463a" /><Relationship Type="http://schemas.openxmlformats.org/officeDocument/2006/relationships/notesMaster" Target="/ppt/notesMasters/notesMaster1.xml" Id="Rf504ea5908bf40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1a4f0807b944e0" /><Relationship Type="http://schemas.openxmlformats.org/officeDocument/2006/relationships/notesMaster" Target="/ppt/notesMasters/notesMaster1.xml" Id="R63c76b7f8fda42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fa6126044d466f" /><Relationship Type="http://schemas.openxmlformats.org/officeDocument/2006/relationships/notesMaster" Target="/ppt/notesMasters/notesMaster1.xml" Id="Ra4f3ab603f0349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冒頭は機能説明をせず、15分で成果と検証まで見せる資料であることだけを伝える。</a:t>
            </a:r>
          </a:p>
          <a:p xmlns:a="http://schemas.openxmlformats.org/drawingml/2006/main">
            <a:r>
              <a:t/>
            </a:r>
          </a:p>
          <a:p xmlns:a="http://schemas.openxmlformats.org/drawingml/2006/main">
            <a:r>
              <a:t>[Sources]</a:t>
            </a:r>
          </a:p>
          <a:p xmlns:a="http://schemas.openxmlformats.org/drawingml/2006/main">
            <a:r>
              <a:t>- https://developers.googleblog.com/en/build-with-google-antigravity-our-new-agentic-development-platform/</a:t>
            </a:r>
          </a:p>
          <a:p xmlns:a="http://schemas.openxmlformats.org/drawingml/2006/main">
            <a:r>
              <a:t>- https://mighty-link.com/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承認事項は、8/26の中心をこの一本のライブデモに置くこと。個人属性を根拠にせず、経営判断に必要な時間・安全・復旧性で確認する。</a:t>
            </a:r>
          </a:p>
          <a:p xmlns:a="http://schemas.openxmlformats.org/drawingml/2006/main">
            <a:r>
              <a:t/>
            </a:r>
          </a:p>
          <a:p xmlns:a="http://schemas.openxmlformats.org/drawingml/2006/main">
            <a:r>
              <a:t>[Sources]</a:t>
            </a:r>
          </a:p>
          <a:p xmlns:a="http://schemas.openxmlformats.org/drawingml/2006/main">
            <a:r>
              <a:t>- docs/demo/antigravity_workshop/README.md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時間超過を防ぐため、機能紹介や設定変更はこの15分に入れない。各時刻で観客に見せる対象を一つに限定する。</a:t>
            </a:r>
          </a:p>
          <a:p xmlns:a="http://schemas.openxmlformats.org/drawingml/2006/main">
            <a:r>
              <a:t/>
            </a:r>
          </a:p>
          <a:p xmlns:a="http://schemas.openxmlformats.org/drawingml/2006/main">
            <a:r>
              <a:t>[Sources]</a:t>
            </a:r>
          </a:p>
          <a:p xmlns:a="http://schemas.openxmlformats.org/drawingml/2006/main">
            <a:r>
              <a:t>- docs/demo/antigravity_workshop/README.md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当日朝に検証コマンドを再実行する。ログインやインストールは投影中に行わない。</a:t>
            </a:r>
          </a:p>
          <a:p xmlns:a="http://schemas.openxmlformats.org/drawingml/2006/main">
            <a:r>
              <a:t/>
            </a:r>
          </a:p>
          <a:p xmlns:a="http://schemas.openxmlformats.org/drawingml/2006/main">
            <a:r>
              <a:t>[Sources]</a:t>
            </a:r>
          </a:p>
          <a:p xmlns:a="http://schemas.openxmlformats.org/drawingml/2006/main">
            <a:r>
              <a:t>- https://antigravity.google/docs/</a:t>
            </a:r>
          </a:p>
          <a:p xmlns:a="http://schemas.openxmlformats.org/drawingml/2006/main">
            <a:r>
              <a:t>- https://antigravity.google/docs/ide/browser</a:t>
            </a:r>
          </a:p>
          <a:p xmlns:a="http://schemas.openxmlformats.org/drawingml/2006/main">
            <a:r>
              <a:t>- docs/demo/antigravity_workshop/README.md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参加者に全部のUIを覚えさせない。進行状況、変更、証拠の三か所だけを指す。</a:t>
            </a:r>
          </a:p>
          <a:p xmlns:a="http://schemas.openxmlformats.org/drawingml/2006/main">
            <a:r>
              <a:t/>
            </a:r>
          </a:p>
          <a:p xmlns:a="http://schemas.openxmlformats.org/drawingml/2006/main">
            <a:r>
              <a:t>[Sources]</a:t>
            </a:r>
          </a:p>
          <a:p xmlns:a="http://schemas.openxmlformats.org/drawingml/2006/main">
            <a:r>
              <a:t>- https://developers.googleblog.com/en/build-with-google-antigravity-our-new-agentic-development-platform/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画面上の要約ではなくMAIN_PROMPT.txtをコピーする。送信前に出力先が専用フォルダであることを声に出して確認する。</a:t>
            </a:r>
          </a:p>
          <a:p xmlns:a="http://schemas.openxmlformats.org/drawingml/2006/main">
            <a:r>
              <a:t/>
            </a:r>
          </a:p>
          <a:p xmlns:a="http://schemas.openxmlformats.org/drawingml/2006/main">
            <a:r>
              <a:t>[Sources]</a:t>
            </a:r>
          </a:p>
          <a:p xmlns:a="http://schemas.openxmlformats.org/drawingml/2006/main">
            <a:r>
              <a:t>- docs/demo/antigravity_workshop/MAIN_PROMPT.txt</a:t>
            </a:r>
          </a:p>
          <a:p xmlns:a="http://schemas.openxmlformats.org/drawingml/2006/main">
            <a:r>
              <a:t>- https://antigravity.google/docs/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ツールログを読み上げず、4つの節目だけを短く実況する。承認カードが出たら対象を確認して一度だけ承認する。</a:t>
            </a:r>
          </a:p>
          <a:p xmlns:a="http://schemas.openxmlformats.org/drawingml/2006/main">
            <a:r>
              <a:t/>
            </a:r>
          </a:p>
          <a:p xmlns:a="http://schemas.openxmlformats.org/drawingml/2006/main">
            <a:r>
              <a:t>[Sources]</a:t>
            </a:r>
          </a:p>
          <a:p xmlns:a="http://schemas.openxmlformats.org/drawingml/2006/main">
            <a:r>
              <a:t>- https://antigravity.google/docs/subagents</a:t>
            </a:r>
          </a:p>
          <a:p xmlns:a="http://schemas.openxmlformats.org/drawingml/2006/main">
            <a:r>
              <a:t>- https://antigravity.google/docs/cli/commands/agents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Deny、Ask、Allowの優先順位を示す。デモは合成データと専用Projectに限定し、実データや認証情報は扱わない。</a:t>
            </a:r>
          </a:p>
          <a:p xmlns:a="http://schemas.openxmlformats.org/drawingml/2006/main">
            <a:r>
              <a:t/>
            </a:r>
          </a:p>
          <a:p xmlns:a="http://schemas.openxmlformats.org/drawingml/2006/main">
            <a:r>
              <a:t>[Sources]</a:t>
            </a:r>
          </a:p>
          <a:p xmlns:a="http://schemas.openxmlformats.org/drawingml/2006/main">
            <a:r>
              <a:t>- https://antigravity.google/docs/permissions?app=antigravity</a:t>
            </a:r>
          </a:p>
          <a:p xmlns:a="http://schemas.openxmlformats.org/drawingml/2006/main">
            <a:r>
              <a:t>- https://antigravity.google/docs/ide/browser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成功条件を満たしたら追加機能を頼まない。デモ終了後に必要なら別タスクとして扱う。</a:t>
            </a:r>
          </a:p>
          <a:p xmlns:a="http://schemas.openxmlformats.org/drawingml/2006/main">
            <a:r>
              <a:t/>
            </a:r>
          </a:p>
          <a:p xmlns:a="http://schemas.openxmlformats.org/drawingml/2006/main">
            <a:r>
              <a:t>[Sources]</a:t>
            </a:r>
          </a:p>
          <a:p xmlns:a="http://schemas.openxmlformats.org/drawingml/2006/main">
            <a:r>
              <a:t>- docs/demo/antigravity_workshop/MAIN_PROMPT.txt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90秒は観客が待たされていると感じる前に切り替えるための運用基準。原因調査は研修後に行う。</a:t>
            </a:r>
          </a:p>
          <a:p xmlns:a="http://schemas.openxmlformats.org/drawingml/2006/main">
            <a:r>
              <a:t/>
            </a:r>
          </a:p>
          <a:p xmlns:a="http://schemas.openxmlformats.org/drawingml/2006/main">
            <a:r>
              <a:t>[Sources]</a:t>
            </a:r>
          </a:p>
          <a:p xmlns:a="http://schemas.openxmlformats.org/drawingml/2006/main">
            <a:r>
              <a:t>- docs/demo/antigravity_workshop/README.md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主デモが止まった場合だけ使用する。どちらも合成データの読取りのみで、書込み承認を不要にする。</a:t>
            </a:r>
          </a:p>
          <a:p xmlns:a="http://schemas.openxmlformats.org/drawingml/2006/main">
            <a:r>
              <a:t/>
            </a:r>
          </a:p>
          <a:p xmlns:a="http://schemas.openxmlformats.org/drawingml/2006/main">
            <a:r>
              <a:t>[Sources]</a:t>
            </a:r>
          </a:p>
          <a:p xmlns:a="http://schemas.openxmlformats.org/drawingml/2006/main">
            <a:r>
              <a:t>- docs/demo/antigravity_workshop/BACKUP_PROMPTS.txt</a:t>
            </a:r>
          </a:p>
          <a:p xmlns:a="http://schemas.openxmlformats.org/drawingml/2006/main">
            <a:r>
              <a:t>- https://antigravity.google/docs/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締めはツールの機能ではなく、翌日から試す小さな業務を一人一つ決めること。共有時はプロンプトだけでなく確認方法も添える。</a:t>
            </a:r>
          </a:p>
          <a:p xmlns:a="http://schemas.openxmlformats.org/drawingml/2006/main">
            <a:r>
              <a:t/>
            </a:r>
          </a:p>
          <a:p xmlns:a="http://schemas.openxmlformats.org/drawingml/2006/main">
            <a:r>
              <a:t>[Sources]</a:t>
            </a:r>
          </a:p>
          <a:p xmlns:a="http://schemas.openxmlformats.org/drawingml/2006/main">
            <a:r>
              <a:t>- docs/demo/antigravity_workshop/README.md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2e4d2ba5c14f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6b90017b1c49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c3bc0e8e9a44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6eaef3287646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3f6a71c10442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b897826fbd40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044c5ea4b31494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cb765492bea4d3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385018cbe944db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5c5d2a36cbf48b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2459dc0ca35412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EF2005F-010D-4879-B4A5-2F0B4A35DFD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D43F7C2-4BC4-4DBA-B92A-FB2D13D2448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6581E8D-E9A6-4A51-ADCF-DF6DFF62E0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7871991-FE0F-4ABE-84C8-8911307FADA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90965A2-6D0F-4FAF-8919-75625CFA2F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F782CA-06EF-4CAD-909B-8401A5FFB5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62E98B-7F02-40BD-99BA-39B3D8CC51D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9C0CD4E-AC4D-4C04-B20B-AD95B8867C3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4D7E4C9-C46C-4394-8E02-F0D72F3A28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A6E0D42-C926-4A0E-B4F7-999B8A3643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3E78E3-652E-4C8C-A507-07CA44CC760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B173EAC-50B5-46EB-960E-F2010C5D8562}"/>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ACE1AFB-BAB3-4D6A-B547-7C77C04672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4A8E308-276F-458B-870A-C31A511F5B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BDE78DC-79CD-4E91-A67D-BE6EF04D83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946986-8BF6-4B0E-A71C-78AF370D39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5419A9A-A270-4616-AF9B-0CFB74E8683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8AEA15DB-4793-4205-91A7-DF75AABC2A6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49B073DE-C6F9-4B02-9A65-8C8FC5E2E1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1BE8C75-E191-49E7-9687-890EDB25E9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77CCF35-17C3-4454-B5EA-0FA9C230E7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44304F-D9C3-481C-9D67-86194F8131B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6BEA75B-9BDA-46B5-9614-839EA8DF037A}"/>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6AD4F4D-55E7-4A3C-8D01-9C892F26C9E4}"/>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EA7C7741-BA5B-4BF1-BAAF-99DFADE5F1A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8DB9F93-81C9-4B4E-A498-6611C7B37FF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FAE4694-44A9-4DA2-8AD8-15AC6CE13D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4F73A481-9A72-4F09-AB44-4D87B17236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AF4FE67-EA9F-4B70-A2F8-9E4F6CEEAC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E1B7798-3BDD-4A69-9A32-460B68C606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2A5A5020-D3DA-41C3-ACDB-3094F9888E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3E9FB9D4-695C-4325-B531-A5B031502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AA37A3D-DCF0-400E-9CE9-6BAF3FDBDA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3C0E483-8CD9-4CCE-A073-4A9962126F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5242A54-C18D-40BC-B529-3698392EAC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2183B91-11D1-4C8F-9505-96CE6A3B49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D49209-3F08-46EB-87F5-C80A503C0EA0}"/>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49364E4-58F2-4F1D-90E2-439B64F612F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70D6ADE0-65C3-4D7D-B8B2-8283E82BD327}"/>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529E67D-E0F9-4532-A321-E7FA2F6CF7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3ABC3D7-3C7C-4FC2-B322-FCAE24E681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081958D-8336-48FC-AE8D-6BFBA5CE455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4CBA31-A261-46D3-8835-90E5E781C23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73093C3F-8F84-45AF-8FCE-42D5CE10379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7DC1B413-F42A-457B-BF70-9CF33C34BB0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4E11C9-602C-4F1D-AD1B-6000B0C9F6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80E42CE-8D03-4612-8824-C718F54AF1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5C55257-8FBE-46A0-B283-1E231A85CB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E46B00-003E-4C93-8834-B7C192BFF74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2027A45-44B5-49C6-AAED-2AD4835F32A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E5FA00D-AF57-4E30-A01B-4BB6D35A3D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6DD1F3F-9F5C-4E26-83A5-2DC1231588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B604C7-AEB2-4B33-ABA1-AA8C924F43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DEE97CB-4B36-4674-BF60-47956ADBE57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C47F25F-95C5-48D2-80FF-66956370ABA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E63C951-9C61-4725-B26A-0E352D2D5F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71AE6A7-B888-4634-82B6-AF0855F6F1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D38618E-65C1-4959-98B1-BB7A6FDD59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ac18d77abe4d0d" /><Relationship Type="http://schemas.openxmlformats.org/officeDocument/2006/relationships/slideLayout" Target="/ppt/slideLayouts/slideLayout1.xml" Id="R764fcc4daa9440ac" /><Relationship Type="http://schemas.openxmlformats.org/officeDocument/2006/relationships/slideLayout" Target="/ppt/slideLayouts/slideLayout2.xml" Id="R2e8b00b9dace4eb8" /><Relationship Type="http://schemas.openxmlformats.org/officeDocument/2006/relationships/slideLayout" Target="/ppt/slideLayouts/slideLayout3.xml" Id="R4318751530e0480f" /><Relationship Type="http://schemas.openxmlformats.org/officeDocument/2006/relationships/slideLayout" Target="/ppt/slideLayouts/slideLayout4.xml" Id="Rfa0a2c46d69640bf" /><Relationship Type="http://schemas.openxmlformats.org/officeDocument/2006/relationships/slideLayout" Target="/ppt/slideLayouts/slideLayout5.xml" Id="R62ac0c50a4ab46ec" /><Relationship Type="http://schemas.openxmlformats.org/officeDocument/2006/relationships/slideLayout" Target="/ppt/slideLayouts/slideLayout6.xml" Id="Re6c340f964c647d1" /><Relationship Type="http://schemas.openxmlformats.org/officeDocument/2006/relationships/slideLayout" Target="/ppt/slideLayouts/slideLayout7.xml" Id="R81b9599be8b14cce" /><Relationship Type="http://schemas.openxmlformats.org/officeDocument/2006/relationships/slideLayout" Target="/ppt/slideLayouts/slideLayout8.xml" Id="Rf9278a0595f847f7" /><Relationship Type="http://schemas.openxmlformats.org/officeDocument/2006/relationships/slideLayout" Target="/ppt/slideLayouts/slideLayout9.xml" Id="R5a315ea7a6a84bc4" /><Relationship Type="http://schemas.openxmlformats.org/officeDocument/2006/relationships/slideLayout" Target="/ppt/slideLayouts/slideLayout10.xml" Id="Rcc270d51a2284fa8" /><Relationship Type="http://schemas.openxmlformats.org/officeDocument/2006/relationships/slideLayout" Target="/ppt/slideLayouts/slideLayout11.xml" Id="R629c8d5d5d98418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A2A5C51-A346-4EA8-AF14-DAB2FC57200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BC0995A-002C-4095-ADCD-05161173E7D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D102396-6D45-4188-8E9C-92B2EFE6FA4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169B75E-F3F2-45FE-9624-6DE8143DFB4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44A33AB-596F-4E82-BE63-F4D9C240D61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4fcc4daa9440ac"/>
    <p:sldLayoutId xmlns:r="http://schemas.openxmlformats.org/officeDocument/2006/relationships" id="2147483650" r:id="R2e8b00b9dace4eb8"/>
    <p:sldLayoutId xmlns:r="http://schemas.openxmlformats.org/officeDocument/2006/relationships" id="2147483651" r:id="R4318751530e0480f"/>
    <p:sldLayoutId xmlns:r="http://schemas.openxmlformats.org/officeDocument/2006/relationships" id="2147483652" r:id="Rfa0a2c46d69640bf"/>
    <p:sldLayoutId xmlns:r="http://schemas.openxmlformats.org/officeDocument/2006/relationships" id="2147483653" r:id="R62ac0c50a4ab46ec"/>
    <p:sldLayoutId xmlns:r="http://schemas.openxmlformats.org/officeDocument/2006/relationships" id="2147483654" r:id="Re6c340f964c647d1"/>
    <p:sldLayoutId xmlns:r="http://schemas.openxmlformats.org/officeDocument/2006/relationships" id="2147483655" r:id="R81b9599be8b14cce"/>
    <p:sldLayoutId xmlns:r="http://schemas.openxmlformats.org/officeDocument/2006/relationships" id="2147483656" r:id="Rf9278a0595f847f7"/>
    <p:sldLayoutId xmlns:r="http://schemas.openxmlformats.org/officeDocument/2006/relationships" id="2147483657" r:id="R5a315ea7a6a84bc4"/>
    <p:sldLayoutId xmlns:r="http://schemas.openxmlformats.org/officeDocument/2006/relationships" id="2147483658" r:id="Rcc270d51a2284fa8"/>
    <p:sldLayoutId xmlns:r="http://schemas.openxmlformats.org/officeDocument/2006/relationships" id="2147483659" r:id="R629c8d5d5d98418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2665406abed4d70" /><Relationship Type="http://schemas.openxmlformats.org/officeDocument/2006/relationships/image" Target="/ppt/media/image.png" Id="Rdc2f00087add477f" /><Relationship Type="http://schemas.openxmlformats.org/officeDocument/2006/relationships/image" Target="/ppt/media/image2.png" Id="R5aa8b9e086884050" /><Relationship Type="http://schemas.openxmlformats.org/officeDocument/2006/relationships/notesSlide" Target="/ppt/notesSlides/notesSlide1.xml" Id="R91a3d7f1ee9443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5712942799947f9" /><Relationship Type="http://schemas.openxmlformats.org/officeDocument/2006/relationships/notesSlide" Target="/ppt/notesSlides/notesSlide2.xml" Id="R5c1ff9dd16cc4a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45794488cd74f55" /><Relationship Type="http://schemas.openxmlformats.org/officeDocument/2006/relationships/notesSlide" Target="/ppt/notesSlides/notesSlide3.xml" Id="R4edb01216bc546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478c10479f594ba9" /><Relationship Type="http://schemas.openxmlformats.org/officeDocument/2006/relationships/image" Target="/ppt/media/image.png" Id="R0f7a9107d36342ae" /><Relationship Type="http://schemas.openxmlformats.org/officeDocument/2006/relationships/image" Target="/ppt/media/image3.png" Id="R72c4f892b5024128" /><Relationship Type="http://schemas.openxmlformats.org/officeDocument/2006/relationships/notesSlide" Target="/ppt/notesSlides/notesSlide4.xml" Id="Rba1b830458744a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a9168ea4f8f0404c" /><Relationship Type="http://schemas.openxmlformats.org/officeDocument/2006/relationships/image" Target="/ppt/media/image.png" Id="R1430bfaadcb24b0c" /><Relationship Type="http://schemas.openxmlformats.org/officeDocument/2006/relationships/image" Target="/ppt/media/image4.png" Id="R8400028032504e0c" /><Relationship Type="http://schemas.openxmlformats.org/officeDocument/2006/relationships/notesSlide" Target="/ppt/notesSlides/notesSlide5.xml" Id="R707b2541040247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1b34df37c134ebf" /><Relationship Type="http://schemas.openxmlformats.org/officeDocument/2006/relationships/image" Target="/ppt/media/image5.png" Id="R0959a29e860e4fc4" /><Relationship Type="http://schemas.openxmlformats.org/officeDocument/2006/relationships/notesSlide" Target="/ppt/notesSlides/notesSlide6.xml" Id="Ra3250371e204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7988cbe3d0e4943" /><Relationship Type="http://schemas.openxmlformats.org/officeDocument/2006/relationships/image" Target="/ppt/media/image.png" Id="Rc3f46b90e28f4c66" /><Relationship Type="http://schemas.openxmlformats.org/officeDocument/2006/relationships/image" Target="/ppt/media/image6.png" Id="R7ecf3dcc93174b55" /><Relationship Type="http://schemas.openxmlformats.org/officeDocument/2006/relationships/notesSlide" Target="/ppt/notesSlides/notesSlide7.xml" Id="R4a5b3c96bf484b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3b59f2b79a0494f" /><Relationship Type="http://schemas.openxmlformats.org/officeDocument/2006/relationships/image" Target="/ppt/media/image5.png" Id="R7eab600fadf24942" /><Relationship Type="http://schemas.openxmlformats.org/officeDocument/2006/relationships/image" Target="/ppt/media/image7.png" Id="R0e765f406d074427" /><Relationship Type="http://schemas.openxmlformats.org/officeDocument/2006/relationships/notesSlide" Target="/ppt/notesSlides/notesSlide8.xml" Id="R781db996ab8c47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1ff89abd75d7422f" /><Relationship Type="http://schemas.openxmlformats.org/officeDocument/2006/relationships/notesSlide" Target="/ppt/notesSlides/notesSlide9.xml" Id="Ra1ee54b941214d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29e0a78ed52e4996" /><Relationship Type="http://schemas.openxmlformats.org/officeDocument/2006/relationships/notesSlide" Target="/ppt/notesSlides/notesSlide10.xml" Id="Rceeb8b70c2d54e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62bb3c82cf2d4c5d" /><Relationship Type="http://schemas.openxmlformats.org/officeDocument/2006/relationships/image" Target="/ppt/media/image5.png" Id="Rb71544733ff24a0e" /><Relationship Type="http://schemas.openxmlformats.org/officeDocument/2006/relationships/notesSlide" Target="/ppt/notesSlides/notesSlide11.xml" Id="R44dde78c38b242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994fc67a068543f2" /><Relationship Type="http://schemas.openxmlformats.org/officeDocument/2006/relationships/notesSlide" Target="/ppt/notesSlides/notesSlide12.xml" Id="R767278d3654b4388"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451BB22-5A9D-498B-B4A7-832312C608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8450AFC5-3358-459D-BAE9-3CD63253475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58B33D43-0D18-404E-A4B5-426E0E37B758}"/>
              </a:ext>
            </a:extLst>
          </p:cNvPr>
          <p:cNvSpPr>
            <a:spLocks xmlns:a="http://schemas.openxmlformats.org/drawingml/2006/main" noGrp="1"/>
          </p:cNvSpPr>
          <p:nvPr/>
        </p:nvSpPr>
        <p:spPr>
          <a:xfrm xmlns:a="http://schemas.openxmlformats.org/drawingml/2006/main">
            <a:off x="171450" y="0"/>
            <a:ext cx="47625" cy="68580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2C9D38E9-F2F1-4C60-B862-159212F7F4CC}"/>
              </a:ext>
            </a:extLst>
          </p:cNvPr>
          <p:cNvSpPr>
            <a:spLocks xmlns:a="http://schemas.openxmlformats.org/drawingml/2006/main" noGrp="1"/>
          </p:cNvSpPr>
          <p:nvPr/>
        </p:nvSpPr>
        <p:spPr>
          <a:xfrm xmlns:a="http://schemas.openxmlformats.org/drawingml/2006/main">
            <a:off x="723900" y="647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350" b="1">
                <a:solidFill>
                  <a:srgbClr val="00A5E3"/>
                </a:solidFill>
                <a:latin typeface="Yu Gothic UI"/>
                <a:ea typeface="Yu Gothic UI"/>
                <a:cs typeface="Yu Gothic UI"/>
              </a:defRPr>
            </a:pPr>
            <a:r>
              <a:rPr sz="1350" b="1">
                <a:solidFill>
                  <a:srgbClr val="00A5E3"/>
                </a:solidFill>
                <a:latin typeface="Yu Gothic UI"/>
                <a:ea typeface="Yu Gothic UI"/>
                <a:cs typeface="Yu Gothic UI"/>
              </a:rPr>
              <a:t>MIGHTYLINK  |  PRESIDENT PRE-READ</a:t>
            </a:r>
          </a:p>
        </p:txBody>
      </p:sp>
      <p:sp>
        <p:nvSpPr>
          <p:cNvPr id="6" name="TextBox 5">
            <a:extLst xmlns:a="http://schemas.openxmlformats.org/drawingml/2006/main">
              <a:ext uri="{FF2B5EF4-FFF2-40B4-BE49-F238E27FC236}">
                <a16:creationId xmlns:a16="http://schemas.microsoft.com/office/drawing/2014/main" id="{F9DBFE0E-4D5A-40D9-86E0-B5A15118F616}"/>
              </a:ext>
            </a:extLst>
          </p:cNvPr>
          <p:cNvSpPr>
            <a:spLocks xmlns:a="http://schemas.openxmlformats.org/drawingml/2006/main" noGrp="1"/>
          </p:cNvSpPr>
          <p:nvPr/>
        </p:nvSpPr>
        <p:spPr>
          <a:xfrm xmlns:a="http://schemas.openxmlformats.org/drawingml/2006/main">
            <a:off x="723900" y="1257300"/>
            <a:ext cx="5334000" cy="23317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84000"/>
              </a:lnSpc>
              <a:buNone/>
              <a:defRPr sz="5100" b="1">
                <a:solidFill>
                  <a:srgbClr val="14212B"/>
                </a:solidFill>
                <a:latin typeface="Yu Gothic UI"/>
                <a:ea typeface="Yu Gothic UI"/>
                <a:cs typeface="Yu Gothic UI"/>
              </a:defRPr>
            </a:pPr>
            <a:r>
              <a:rPr sz="5100" b="1">
                <a:solidFill>
                  <a:srgbClr val="14212B"/>
                </a:solidFill>
                <a:latin typeface="Yu Gothic UI"/>
                <a:ea typeface="Yu Gothic UI"/>
                <a:cs typeface="Yu Gothic UI"/>
              </a:rPr>
              <a:t>8/26 社内AI研修</a:t>
            </a:r>
          </a:p>
          <a:p xmlns:a="http://schemas.openxmlformats.org/drawingml/2006/main">
            <a:pPr algn="l">
              <a:lnSpc>
                <a:spcPct val="84000"/>
              </a:lnSpc>
              <a:buNone/>
              <a:defRPr sz="5100" b="1">
                <a:solidFill>
                  <a:srgbClr val="14212B"/>
                </a:solidFill>
                <a:latin typeface="Yu Gothic UI"/>
                <a:ea typeface="Yu Gothic UI"/>
                <a:cs typeface="Yu Gothic UI"/>
              </a:defRPr>
            </a:pPr>
            <a:r>
              <a:rPr sz="5100" b="1">
                <a:solidFill>
                  <a:srgbClr val="14212B"/>
                </a:solidFill>
                <a:latin typeface="Yu Gothic UI"/>
                <a:ea typeface="Yu Gothic UI"/>
                <a:cs typeface="Yu Gothic UI"/>
              </a:rPr>
              <a:t>Google Antigravity</a:t>
            </a:r>
          </a:p>
        </p:txBody>
      </p:sp>
      <p:sp>
        <p:nvSpPr>
          <p:cNvPr id="7" name="Rectangle 6">
            <a:extLst xmlns:a="http://schemas.openxmlformats.org/drawingml/2006/main">
              <a:ext uri="{FF2B5EF4-FFF2-40B4-BE49-F238E27FC236}">
                <a16:creationId xmlns:a16="http://schemas.microsoft.com/office/drawing/2014/main" id="{00349D2D-B546-4350-A909-C9C9385D2F75}"/>
              </a:ext>
            </a:extLst>
          </p:cNvPr>
          <p:cNvSpPr>
            <a:spLocks xmlns:a="http://schemas.openxmlformats.org/drawingml/2006/main" noGrp="1"/>
          </p:cNvSpPr>
          <p:nvPr/>
        </p:nvSpPr>
        <p:spPr>
          <a:xfrm xmlns:a="http://schemas.openxmlformats.org/drawingml/2006/main">
            <a:off x="723900" y="3162300"/>
            <a:ext cx="5334000" cy="723900"/>
          </a:xfrm>
          <a:prstGeom xmlns:a="http://schemas.openxmlformats.org/drawingml/2006/main" prst="rect">
            <a:avLst/>
          </a:prstGeom>
          <a:noFill xmlns:a="http://schemas.openxmlformats.org/drawingml/2006/main"/>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5100" b="1">
                <a:solidFill>
                  <a:srgbClr val="14212B"/>
                </a:solidFill>
                <a:latin typeface="Yu Gothic UI"/>
                <a:ea typeface="Yu Gothic UI"/>
                <a:cs typeface="Yu Gothic UI"/>
              </a:defRPr>
            </a:pPr>
            <a:r>
              <a:rPr sz="5100" b="1">
                <a:solidFill>
                  <a:srgbClr val="14212B"/>
                </a:solidFill>
                <a:latin typeface="Yu Gothic UI"/>
                <a:ea typeface="Yu Gothic UI"/>
                <a:cs typeface="Yu Gothic UI"/>
              </a:rPr>
              <a:t>ライブデモ</a:t>
            </a:r>
          </a:p>
        </p:txBody>
      </p:sp>
      <p:sp>
        <p:nvSpPr>
          <p:cNvPr id="8" name="TextBox 7">
            <a:extLst xmlns:a="http://schemas.openxmlformats.org/drawingml/2006/main">
              <a:ext uri="{FF2B5EF4-FFF2-40B4-BE49-F238E27FC236}">
                <a16:creationId xmlns:a16="http://schemas.microsoft.com/office/drawing/2014/main" id="{CD8F1CF6-78B1-4776-843B-6F1DEA0B7639}"/>
              </a:ext>
            </a:extLst>
          </p:cNvPr>
          <p:cNvSpPr>
            <a:spLocks xmlns:a="http://schemas.openxmlformats.org/drawingml/2006/main" noGrp="1"/>
          </p:cNvSpPr>
          <p:nvPr/>
        </p:nvSpPr>
        <p:spPr>
          <a:xfrm xmlns:a="http://schemas.openxmlformats.org/drawingml/2006/main">
            <a:off x="762000" y="4133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175" b="1">
                <a:solidFill>
                  <a:srgbClr val="526571"/>
                </a:solidFill>
                <a:latin typeface="Yu Gothic UI"/>
                <a:ea typeface="Yu Gothic UI"/>
                <a:cs typeface="Yu Gothic UI"/>
              </a:defRPr>
            </a:pPr>
            <a:r>
              <a:rPr sz="2175" b="1">
                <a:solidFill>
                  <a:srgbClr val="526571"/>
                </a:solidFill>
                <a:latin typeface="Yu Gothic UI"/>
                <a:ea typeface="Yu Gothic UI"/>
                <a:cs typeface="Yu Gothic UI"/>
              </a:rPr>
              <a:t>指示する。任せる。画面で確かめる。</a:t>
            </a:r>
          </a:p>
        </p:txBody>
      </p:sp>
      <p:sp>
        <p:nvSpPr>
          <p:cNvPr id="9" name="TextBox 8">
            <a:extLst xmlns:a="http://schemas.openxmlformats.org/drawingml/2006/main">
              <a:ext uri="{FF2B5EF4-FFF2-40B4-BE49-F238E27FC236}">
                <a16:creationId xmlns:a16="http://schemas.microsoft.com/office/drawing/2014/main" id="{84EFCE2C-0A87-417F-8CF7-76A7F464F6C0}"/>
              </a:ext>
            </a:extLst>
          </p:cNvPr>
          <p:cNvSpPr>
            <a:spLocks xmlns:a="http://schemas.openxmlformats.org/drawingml/2006/main" noGrp="1"/>
          </p:cNvSpPr>
          <p:nvPr/>
        </p:nvSpPr>
        <p:spPr>
          <a:xfrm xmlns:a="http://schemas.openxmlformats.org/drawingml/2006/main">
            <a:off x="723900" y="4838700"/>
            <a:ext cx="4000500" cy="552450"/>
          </a:xfrm>
          <a:prstGeom xmlns:a="http://schemas.openxmlformats.org/drawingml/2006/main" prst="roundRect">
            <a:avLst>
              <a:gd name="adj" fmla="val 10345"/>
            </a:avLst>
          </a:prstGeom>
          <a:solidFill xmlns:a="http://schemas.openxmlformats.org/drawingml/2006/main">
            <a:srgbClr val="E8F6FC"/>
          </a:solidFill>
          <a:ln xmlns:a="http://schemas.openxmlformats.org/drawingml/2006/main" w="14288">
            <a:solidFill>
              <a:srgbClr val="00A5E3"/>
            </a:solidFill>
            <a:prstDash val="solid"/>
          </a:ln>
        </p:spPr>
        <p:txBody>
          <a:bodyPr xmlns:a="http://schemas.openxmlformats.org/drawingml/2006/main" wrap="square" lIns="171450" tIns="95250" rIns="171450" bIns="95250" anchor="ctr">
            <a:noAutofit/>
          </a:bodyPr>
          <a:lstStyle xmlns:a="http://schemas.openxmlformats.org/drawingml/2006/main"/>
          <a:p xmlns:a="http://schemas.openxmlformats.org/drawingml/2006/main">
            <a:pPr algn="l">
              <a:lnSpc>
                <a:spcPct val="114000"/>
              </a:lnSpc>
              <a:buNone/>
              <a:defRPr sz="1650" b="1">
                <a:solidFill>
                  <a:srgbClr val="14212B"/>
                </a:solidFill>
                <a:latin typeface="Yu Gothic UI"/>
                <a:ea typeface="Yu Gothic UI"/>
                <a:cs typeface="Yu Gothic UI"/>
              </a:defRPr>
            </a:pPr>
            <a:r>
              <a:rPr sz="1650" b="1">
                <a:solidFill>
                  <a:srgbClr val="14212B"/>
                </a:solidFill>
                <a:latin typeface="Yu Gothic UI"/>
                <a:ea typeface="Yu Gothic UI"/>
                <a:cs typeface="Yu Gothic UI"/>
              </a:rPr>
              <a:t>社長事前確認版  |  15分デモ設計</a:t>
            </a:r>
          </a:p>
        </p:txBody>
      </p:sp>
      <p:sp>
        <p:nvSpPr>
          <p:cNvPr id="10" name="Rectangle 9">
            <a:extLst xmlns:a="http://schemas.openxmlformats.org/drawingml/2006/main">
              <a:ext uri="{FF2B5EF4-FFF2-40B4-BE49-F238E27FC236}">
                <a16:creationId xmlns:a16="http://schemas.microsoft.com/office/drawing/2014/main" id="{81CE107E-C71F-4DFD-AE39-41627BF7ECF3}"/>
              </a:ext>
            </a:extLst>
          </p:cNvPr>
          <p:cNvSpPr>
            <a:spLocks xmlns:a="http://schemas.openxmlformats.org/drawingml/2006/main" noGrp="1"/>
          </p:cNvSpPr>
          <p:nvPr/>
        </p:nvSpPr>
        <p:spPr>
          <a:xfrm xmlns:a="http://schemas.openxmlformats.org/drawingml/2006/main">
            <a:off x="723900" y="5695950"/>
            <a:ext cx="2286000" cy="323850"/>
          </a:xfrm>
          <a:prstGeom xmlns:a="http://schemas.openxmlformats.org/drawingml/2006/main" prst="rect">
            <a:avLst/>
          </a:prstGeom>
          <a:noFill xmlns:a="http://schemas.openxmlformats.org/drawingml/2006/main"/>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1">
                <a:solidFill>
                  <a:srgbClr val="EF7E00"/>
                </a:solidFill>
                <a:latin typeface="Yu Gothic UI"/>
                <a:ea typeface="Yu Gothic UI"/>
                <a:cs typeface="Yu Gothic UI"/>
              </a:defRPr>
            </a:pPr>
            <a:r>
              <a:rPr sz="1800" b="1">
                <a:solidFill>
                  <a:srgbClr val="EF7E00"/>
                </a:solidFill>
                <a:latin typeface="Yu Gothic UI"/>
                <a:ea typeface="Yu Gothic UI"/>
                <a:cs typeface="Yu Gothic UI"/>
              </a:rPr>
              <a:t>2026.08.26</a:t>
            </a:r>
          </a:p>
        </p:txBody>
      </p:sp>
      <p:sp>
        <p:nvSpPr>
          <p:cNvPr id="11" name="TextBox 10">
            <a:extLst xmlns:a="http://schemas.openxmlformats.org/drawingml/2006/main">
              <a:ext uri="{FF2B5EF4-FFF2-40B4-BE49-F238E27FC236}">
                <a16:creationId xmlns:a16="http://schemas.microsoft.com/office/drawing/2014/main" id="{E904AEAD-D46C-4152-AC73-6BCBC81AC93C}"/>
              </a:ext>
            </a:extLst>
          </p:cNvPr>
          <p:cNvSpPr>
            <a:spLocks xmlns:a="http://schemas.openxmlformats.org/drawingml/2006/main" noGrp="1"/>
          </p:cNvSpPr>
          <p:nvPr/>
        </p:nvSpPr>
        <p:spPr>
          <a:xfrm xmlns:a="http://schemas.openxmlformats.org/drawingml/2006/main">
            <a:off x="723900" y="6124575"/>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350" b="0">
                <a:solidFill>
                  <a:srgbClr val="526571"/>
                </a:solidFill>
                <a:latin typeface="Yu Gothic UI"/>
                <a:ea typeface="Yu Gothic UI"/>
                <a:cs typeface="Yu Gothic UI"/>
              </a:defRPr>
            </a:pPr>
            <a:r>
              <a:rPr sz="1350" b="0">
                <a:solidFill>
                  <a:srgbClr val="526571"/>
                </a:solidFill>
                <a:latin typeface="Yu Gothic UI"/>
                <a:ea typeface="Yu Gothic UI"/>
                <a:cs typeface="Yu Gothic UI"/>
              </a:rPr>
              <a:t>株式会社MightyLINK</a:t>
            </a:r>
          </a:p>
        </p:txBody>
      </p:sp>
      <p:sp>
        <p:nvSpPr>
          <p:cNvPr id="12" name="TextBox 11">
            <a:extLst xmlns:a="http://schemas.openxmlformats.org/drawingml/2006/main">
              <a:ext uri="{FF2B5EF4-FFF2-40B4-BE49-F238E27FC236}">
                <a16:creationId xmlns:a16="http://schemas.microsoft.com/office/drawing/2014/main" id="{806581E5-1AB2-4BBA-A1CF-E374F14A6096}"/>
              </a:ext>
            </a:extLst>
          </p:cNvPr>
          <p:cNvSpPr>
            <a:spLocks xmlns:a="http://schemas.openxmlformats.org/drawingml/2006/main" noGrp="1"/>
          </p:cNvSpPr>
          <p:nvPr/>
        </p:nvSpPr>
        <p:spPr>
          <a:xfrm xmlns:a="http://schemas.openxmlformats.org/drawingml/2006/main">
            <a:off x="6248400" y="514350"/>
            <a:ext cx="5238750" cy="5829300"/>
          </a:xfrm>
          <a:prstGeom xmlns:a="http://schemas.openxmlformats.org/drawingml/2006/main" prst="roundRect">
            <a:avLst>
              <a:gd name="adj" fmla="val 1091"/>
            </a:avLst>
          </a:prstGeom>
          <a:solidFill xmlns:a="http://schemas.openxmlformats.org/drawingml/2006/main">
            <a:srgbClr val="FFFFFF"/>
          </a:solidFill>
          <a:ln xmlns:a="http://schemas.openxmlformats.org/drawingml/2006/main" w="9525">
            <a:solidFill>
              <a:srgbClr val="C9D8E1"/>
            </a:solidFill>
            <a:prstDash val="solid"/>
          </a:ln>
        </p:spPr>
        <p:txBody>
          <a:bodyPr xmlns:a="http://schemas.openxmlformats.org/drawingml/2006/main" wrap="square" lIns="152400" tIns="95250" rIns="152400" bIns="0" anchor="t">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OFFICIAL GOOGLE PRODUCT ARTWORK</a:t>
            </a:r>
          </a:p>
        </p:txBody>
      </p:sp>
      <p:sp>
        <p:nvSpPr>
          <p:cNvPr id="13" name="Rectangle 12">
            <a:extLst xmlns:a="http://schemas.openxmlformats.org/drawingml/2006/main">
              <a:ext uri="{FF2B5EF4-FFF2-40B4-BE49-F238E27FC236}">
                <a16:creationId xmlns:a16="http://schemas.microsoft.com/office/drawing/2014/main" id="{6A9FB01C-28CD-4D29-B9D7-FDFC7F4D294E}"/>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pic>
        <p:nvPicPr>
          <p:cNvPr id="28" name="Picture 13"/>
          <p:cNvPicPr>
            <a:picLocks xmlns:a="http://schemas.openxmlformats.org/drawingml/2006/main" noChangeAspect="1"/>
          </p:cNvPicPr>
          <p:nvPr/>
        </p:nvPicPr>
        <p:blipFill>
          <a:blip xmlns:r="http://schemas.openxmlformats.org/officeDocument/2006/relationships" xmlns:a="http://schemas.openxmlformats.org/drawingml/2006/main" r:embed="Rdc2f00087add477f"/>
          <a:stretch xmlns:a="http://schemas.openxmlformats.org/drawingml/2006/main">
            <a:fillRect l="0" t="0" r="0" b="0"/>
          </a:stretch>
        </p:blipFill>
        <p:spPr>
          <a:xfrm xmlns:a="http://schemas.openxmlformats.org/drawingml/2006/main">
            <a:off x="0" y="0"/>
            <a:ext cx="9525" cy="952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aa8b9e086884050"/>
          <a:stretch xmlns:a="http://schemas.openxmlformats.org/drawingml/2006/main"/>
        </p:blipFill>
        <p:spPr>
          <a:xfrm xmlns:a="http://schemas.openxmlformats.org/drawingml/2006/main">
            <a:off x="6400800" y="2714125"/>
            <a:ext cx="4933950" cy="1467850"/>
          </a:xfrm>
          <a:prstGeom xmlns:a="http://schemas.openxmlformats.org/drawingml/2006/main" prst="roundRect">
            <a:avLst>
              <a:gd name="adj" fmla="val 1158"/>
            </a:avLst>
          </a:prstGeom>
        </p:spPr>
      </p:pic>
    </p:spTree>
    <p:extLst>
      <p:ext uri="{BB962C8B-B14F-4D97-AF65-F5344CB8AC3E}">
        <p14:creationId xmlns:p14="http://schemas.microsoft.com/office/powerpoint/2010/main" val="1640357837"/>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242968-AAB4-4D75-B01A-6F04EDBB62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61783F5C-17B6-464B-8F9C-6A0BEDC542D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AD7C0C9D-6166-4B9E-A085-570957E17205}"/>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D3B3C3A0-D614-4E88-BFC3-6F74C20449AC}"/>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EXECUTIVE CHECK</a:t>
            </a:r>
          </a:p>
        </p:txBody>
      </p:sp>
      <p:sp>
        <p:nvSpPr>
          <p:cNvPr id="6" name="TextBox 5">
            <a:extLst xmlns:a="http://schemas.openxmlformats.org/drawingml/2006/main">
              <a:ext uri="{FF2B5EF4-FFF2-40B4-BE49-F238E27FC236}">
                <a16:creationId xmlns:a16="http://schemas.microsoft.com/office/drawing/2014/main" id="{192650F4-45DB-473D-A375-F4F8304E0F1A}"/>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この資料でご確認いただきたいのは3点です</a:t>
            </a:r>
          </a:p>
        </p:txBody>
      </p:sp>
      <p:sp>
        <p:nvSpPr>
          <p:cNvPr id="7" name="Rectangle 6">
            <a:extLst xmlns:a="http://schemas.openxmlformats.org/drawingml/2006/main">
              <a:ext uri="{FF2B5EF4-FFF2-40B4-BE49-F238E27FC236}">
                <a16:creationId xmlns:a16="http://schemas.microsoft.com/office/drawing/2014/main" id="{E89C52B6-DF3D-4055-B961-37A58BCC7B9E}"/>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32FBAB82-486C-4950-83BA-27CE0DA50552}"/>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51A61D61-0BA7-41FE-BE81-75753082D6EA}"/>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02 / 12</a:t>
            </a:r>
          </a:p>
        </p:txBody>
      </p:sp>
      <p:sp>
        <p:nvSpPr>
          <p:cNvPr id="10" name="Rectangle 9">
            <a:extLst xmlns:a="http://schemas.openxmlformats.org/drawingml/2006/main">
              <a:ext uri="{FF2B5EF4-FFF2-40B4-BE49-F238E27FC236}">
                <a16:creationId xmlns:a16="http://schemas.microsoft.com/office/drawing/2014/main" id="{0123264A-CD05-4920-9AE8-339CCF45EB64}"/>
              </a:ext>
            </a:extLst>
          </p:cNvPr>
          <p:cNvSpPr>
            <a:spLocks xmlns:a="http://schemas.openxmlformats.org/drawingml/2006/main" noGrp="1"/>
          </p:cNvSpPr>
          <p:nvPr/>
        </p:nvSpPr>
        <p:spPr>
          <a:xfrm xmlns:a="http://schemas.openxmlformats.org/drawingml/2006/main">
            <a:off x="647700" y="1676400"/>
            <a:ext cx="3181350" cy="4114800"/>
          </a:xfrm>
          <a:prstGeom xmlns:a="http://schemas.openxmlformats.org/drawingml/2006/main" prst="roundRect">
            <a:avLst>
              <a:gd name="adj" fmla="val 1796"/>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28600" tIns="228600" rIns="228600" bIns="0" anchor="t">
            <a:noAutofit/>
          </a:bodyPr>
          <a:lstStyle xmlns:a="http://schemas.openxmlformats.org/drawingml/2006/main"/>
          <a:p xmlns:a="http://schemas.openxmlformats.org/drawingml/2006/main">
            <a:pPr algn="l">
              <a:lnSpc>
                <a:spcPct val="114000"/>
              </a:lnSpc>
              <a:buNone/>
              <a:defRPr sz="2850" b="1">
                <a:solidFill>
                  <a:srgbClr val="00A5E3"/>
                </a:solidFill>
                <a:latin typeface="Yu Gothic UI"/>
                <a:ea typeface="Yu Gothic UI"/>
                <a:cs typeface="Yu Gothic UI"/>
              </a:defRPr>
            </a:pPr>
            <a:r>
              <a:rPr sz="2850" b="1">
                <a:solidFill>
                  <a:srgbClr val="00A5E3"/>
                </a:solidFill>
                <a:latin typeface="Yu Gothic UI"/>
                <a:ea typeface="Yu Gothic UI"/>
                <a:cs typeface="Yu Gothic UI"/>
              </a:rPr>
              <a:t>01  短い</a:t>
            </a:r>
          </a:p>
        </p:txBody>
      </p:sp>
      <p:sp>
        <p:nvSpPr>
          <p:cNvPr id="11" name="TextBox 10">
            <a:extLst xmlns:a="http://schemas.openxmlformats.org/drawingml/2006/main">
              <a:ext uri="{FF2B5EF4-FFF2-40B4-BE49-F238E27FC236}">
                <a16:creationId xmlns:a16="http://schemas.microsoft.com/office/drawing/2014/main" id="{1DEC49D3-9B65-4A7A-BEFA-E996B38F737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1">
                <a:solidFill>
                  <a:srgbClr val="0B2545"/>
                </a:solidFill>
                <a:latin typeface="Yu Gothic UI"/>
                <a:ea typeface="Yu Gothic UI"/>
                <a:cs typeface="Yu Gothic UI"/>
              </a:rPr>
              <a:t/>
            </a:r>
          </a:p>
        </p:txBody>
      </p:sp>
      <p:sp>
        <p:nvSpPr>
          <p:cNvPr id="12" name="Rectangle 11">
            <a:extLst xmlns:a="http://schemas.openxmlformats.org/drawingml/2006/main">
              <a:ext uri="{FF2B5EF4-FFF2-40B4-BE49-F238E27FC236}">
                <a16:creationId xmlns:a16="http://schemas.microsoft.com/office/drawing/2014/main" id="{DA3D7D89-B645-4885-9D62-2F70F84EF0D5}"/>
              </a:ext>
            </a:extLst>
          </p:cNvPr>
          <p:cNvSpPr>
            <a:spLocks xmlns:a="http://schemas.openxmlformats.org/drawingml/2006/main" noGrp="1"/>
          </p:cNvSpPr>
          <p:nvPr/>
        </p:nvSpPr>
        <p:spPr>
          <a:xfrm xmlns:a="http://schemas.openxmlformats.org/drawingml/2006/main">
            <a:off x="876300" y="2609850"/>
            <a:ext cx="2724150" cy="47625"/>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13" name="TextBox 12">
            <a:extLst xmlns:a="http://schemas.openxmlformats.org/drawingml/2006/main">
              <a:ext uri="{FF2B5EF4-FFF2-40B4-BE49-F238E27FC236}">
                <a16:creationId xmlns:a16="http://schemas.microsoft.com/office/drawing/2014/main" id="{B5654741-F076-4F1F-8CC3-799E82677CEE}"/>
              </a:ext>
            </a:extLst>
          </p:cNvPr>
          <p:cNvSpPr>
            <a:spLocks xmlns:a="http://schemas.openxmlformats.org/drawingml/2006/main" noGrp="1"/>
          </p:cNvSpPr>
          <p:nvPr/>
        </p:nvSpPr>
        <p:spPr>
          <a:xfrm xmlns:a="http://schemas.openxmlformats.org/drawingml/2006/main">
            <a:off x="876300" y="2943225"/>
            <a:ext cx="27241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15分</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一つの流れだけを見せる</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指示 → 実行 → 確認</a:t>
            </a:r>
          </a:p>
        </p:txBody>
      </p:sp>
      <p:sp>
        <p:nvSpPr>
          <p:cNvPr id="14" name="Rectangle 13">
            <a:extLst xmlns:a="http://schemas.openxmlformats.org/drawingml/2006/main">
              <a:ext uri="{FF2B5EF4-FFF2-40B4-BE49-F238E27FC236}">
                <a16:creationId xmlns:a16="http://schemas.microsoft.com/office/drawing/2014/main" id="{7E3626E0-2CF3-4D1E-BFB2-4BFF1F868BF5}"/>
              </a:ext>
            </a:extLst>
          </p:cNvPr>
          <p:cNvSpPr>
            <a:spLocks xmlns:a="http://schemas.openxmlformats.org/drawingml/2006/main" noGrp="1"/>
          </p:cNvSpPr>
          <p:nvPr/>
        </p:nvSpPr>
        <p:spPr>
          <a:xfrm xmlns:a="http://schemas.openxmlformats.org/drawingml/2006/main">
            <a:off x="4171950" y="1676400"/>
            <a:ext cx="3181350" cy="4114800"/>
          </a:xfrm>
          <a:prstGeom xmlns:a="http://schemas.openxmlformats.org/drawingml/2006/main" prst="roundRect">
            <a:avLst>
              <a:gd name="adj" fmla="val 1796"/>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28600" tIns="228600" rIns="228600" bIns="0" anchor="t">
            <a:noAutofit/>
          </a:bodyPr>
          <a:lstStyle xmlns:a="http://schemas.openxmlformats.org/drawingml/2006/main"/>
          <a:p xmlns:a="http://schemas.openxmlformats.org/drawingml/2006/main">
            <a:pPr algn="l">
              <a:lnSpc>
                <a:spcPct val="114000"/>
              </a:lnSpc>
              <a:buNone/>
              <a:defRPr sz="2850" b="1">
                <a:solidFill>
                  <a:srgbClr val="EF7E00"/>
                </a:solidFill>
                <a:latin typeface="Yu Gothic UI"/>
                <a:ea typeface="Yu Gothic UI"/>
                <a:cs typeface="Yu Gothic UI"/>
              </a:defRPr>
            </a:pPr>
            <a:r>
              <a:rPr sz="2850" b="1">
                <a:solidFill>
                  <a:srgbClr val="EF7E00"/>
                </a:solidFill>
                <a:latin typeface="Yu Gothic UI"/>
                <a:ea typeface="Yu Gothic UI"/>
                <a:cs typeface="Yu Gothic UI"/>
              </a:rPr>
              <a:t>02  安全</a:t>
            </a:r>
          </a:p>
        </p:txBody>
      </p:sp>
      <p:sp>
        <p:nvSpPr>
          <p:cNvPr id="15" name="TextBox 14">
            <a:extLst xmlns:a="http://schemas.openxmlformats.org/drawingml/2006/main">
              <a:ext uri="{FF2B5EF4-FFF2-40B4-BE49-F238E27FC236}">
                <a16:creationId xmlns:a16="http://schemas.microsoft.com/office/drawing/2014/main" id="{54E7BAEF-30CA-4539-8EE0-3797EFCFD95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1">
                <a:solidFill>
                  <a:srgbClr val="0077B6"/>
                </a:solidFill>
                <a:latin typeface="Yu Gothic UI"/>
                <a:ea typeface="Yu Gothic UI"/>
                <a:cs typeface="Yu Gothic UI"/>
              </a:rPr>
              <a:t/>
            </a:r>
          </a:p>
        </p:txBody>
      </p:sp>
      <p:sp>
        <p:nvSpPr>
          <p:cNvPr id="16" name="Rectangle 15">
            <a:extLst xmlns:a="http://schemas.openxmlformats.org/drawingml/2006/main">
              <a:ext uri="{FF2B5EF4-FFF2-40B4-BE49-F238E27FC236}">
                <a16:creationId xmlns:a16="http://schemas.microsoft.com/office/drawing/2014/main" id="{A8816BFE-B17B-42C6-B409-387022A1B3DD}"/>
              </a:ext>
            </a:extLst>
          </p:cNvPr>
          <p:cNvSpPr>
            <a:spLocks xmlns:a="http://schemas.openxmlformats.org/drawingml/2006/main" noGrp="1"/>
          </p:cNvSpPr>
          <p:nvPr/>
        </p:nvSpPr>
        <p:spPr>
          <a:xfrm xmlns:a="http://schemas.openxmlformats.org/drawingml/2006/main">
            <a:off x="4400550" y="2609850"/>
            <a:ext cx="2724150" cy="47625"/>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17" name="TextBox 16">
            <a:extLst xmlns:a="http://schemas.openxmlformats.org/drawingml/2006/main">
              <a:ext uri="{FF2B5EF4-FFF2-40B4-BE49-F238E27FC236}">
                <a16:creationId xmlns:a16="http://schemas.microsoft.com/office/drawing/2014/main" id="{8C8DC483-3C12-496E-B6D5-A5E08D63A7AB}"/>
              </a:ext>
            </a:extLst>
          </p:cNvPr>
          <p:cNvSpPr>
            <a:spLocks xmlns:a="http://schemas.openxmlformats.org/drawingml/2006/main" noGrp="1"/>
          </p:cNvSpPr>
          <p:nvPr/>
        </p:nvSpPr>
        <p:spPr>
          <a:xfrm xmlns:a="http://schemas.openxmlformats.org/drawingml/2006/main">
            <a:off x="4400550" y="2943225"/>
            <a:ext cx="27241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合成データ</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専用フォルダだけに出力</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迷った操作は承認しない</a:t>
            </a:r>
          </a:p>
        </p:txBody>
      </p:sp>
      <p:sp>
        <p:nvSpPr>
          <p:cNvPr id="18" name="Rectangle 17">
            <a:extLst xmlns:a="http://schemas.openxmlformats.org/drawingml/2006/main">
              <a:ext uri="{FF2B5EF4-FFF2-40B4-BE49-F238E27FC236}">
                <a16:creationId xmlns:a16="http://schemas.microsoft.com/office/drawing/2014/main" id="{9B72C276-45C5-4706-8092-0DF46BF0A3A9}"/>
              </a:ext>
            </a:extLst>
          </p:cNvPr>
          <p:cNvSpPr>
            <a:spLocks xmlns:a="http://schemas.openxmlformats.org/drawingml/2006/main" noGrp="1"/>
          </p:cNvSpPr>
          <p:nvPr/>
        </p:nvSpPr>
        <p:spPr>
          <a:xfrm xmlns:a="http://schemas.openxmlformats.org/drawingml/2006/main">
            <a:off x="7696200" y="1676400"/>
            <a:ext cx="3181350" cy="4114800"/>
          </a:xfrm>
          <a:prstGeom xmlns:a="http://schemas.openxmlformats.org/drawingml/2006/main" prst="roundRect">
            <a:avLst>
              <a:gd name="adj" fmla="val 1796"/>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28600" tIns="228600" rIns="228600" bIns="0" anchor="t">
            <a:noAutofit/>
          </a:bodyPr>
          <a:lstStyle xmlns:a="http://schemas.openxmlformats.org/drawingml/2006/main"/>
          <a:p xmlns:a="http://schemas.openxmlformats.org/drawingml/2006/main">
            <a:pPr algn="l">
              <a:lnSpc>
                <a:spcPct val="114000"/>
              </a:lnSpc>
              <a:buNone/>
              <a:defRPr sz="2850" b="1">
                <a:solidFill>
                  <a:srgbClr val="218A4A"/>
                </a:solidFill>
                <a:latin typeface="Yu Gothic UI"/>
                <a:ea typeface="Yu Gothic UI"/>
                <a:cs typeface="Yu Gothic UI"/>
              </a:defRPr>
            </a:pPr>
            <a:r>
              <a:rPr sz="2850" b="1">
                <a:solidFill>
                  <a:srgbClr val="218A4A"/>
                </a:solidFill>
                <a:latin typeface="Yu Gothic UI"/>
                <a:ea typeface="Yu Gothic UI"/>
                <a:cs typeface="Yu Gothic UI"/>
              </a:rPr>
              <a:t>03  復帰</a:t>
            </a:r>
          </a:p>
        </p:txBody>
      </p:sp>
      <p:sp>
        <p:nvSpPr>
          <p:cNvPr id="19" name="TextBox 18">
            <a:extLst xmlns:a="http://schemas.openxmlformats.org/drawingml/2006/main">
              <a:ext uri="{FF2B5EF4-FFF2-40B4-BE49-F238E27FC236}">
                <a16:creationId xmlns:a16="http://schemas.microsoft.com/office/drawing/2014/main" id="{DF51DE44-69D7-4F31-9BAA-6B04D5DBF3B3}"/>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1">
                <a:solidFill>
                  <a:srgbClr val="0284C7"/>
                </a:solidFill>
                <a:latin typeface="Yu Gothic UI"/>
                <a:ea typeface="Yu Gothic UI"/>
                <a:cs typeface="Yu Gothic UI"/>
              </a:rPr>
              <a:t/>
            </a:r>
          </a:p>
        </p:txBody>
      </p:sp>
      <p:sp>
        <p:nvSpPr>
          <p:cNvPr id="20" name="Rectangle 19">
            <a:extLst xmlns:a="http://schemas.openxmlformats.org/drawingml/2006/main">
              <a:ext uri="{FF2B5EF4-FFF2-40B4-BE49-F238E27FC236}">
                <a16:creationId xmlns:a16="http://schemas.microsoft.com/office/drawing/2014/main" id="{354D1D7C-1C6B-4263-826A-92250730736C}"/>
              </a:ext>
            </a:extLst>
          </p:cNvPr>
          <p:cNvSpPr>
            <a:spLocks xmlns:a="http://schemas.openxmlformats.org/drawingml/2006/main" noGrp="1"/>
          </p:cNvSpPr>
          <p:nvPr/>
        </p:nvSpPr>
        <p:spPr>
          <a:xfrm xmlns:a="http://schemas.openxmlformats.org/drawingml/2006/main">
            <a:off x="7924800" y="2609850"/>
            <a:ext cx="2724150" cy="47625"/>
          </a:xfrm>
          <a:prstGeom xmlns:a="http://schemas.openxmlformats.org/drawingml/2006/main" prst="rect">
            <a:avLst/>
          </a:prstGeom>
          <a:solidFill xmlns:a="http://schemas.openxmlformats.org/drawingml/2006/main">
            <a:srgbClr val="218A4A"/>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21" name="TextBox 20">
            <a:extLst xmlns:a="http://schemas.openxmlformats.org/drawingml/2006/main">
              <a:ext uri="{FF2B5EF4-FFF2-40B4-BE49-F238E27FC236}">
                <a16:creationId xmlns:a16="http://schemas.microsoft.com/office/drawing/2014/main" id="{9D1B461C-B02E-4CCE-BEF6-D65DF36E4139}"/>
              </a:ext>
            </a:extLst>
          </p:cNvPr>
          <p:cNvSpPr>
            <a:spLocks xmlns:a="http://schemas.openxmlformats.org/drawingml/2006/main" noGrp="1"/>
          </p:cNvSpPr>
          <p:nvPr/>
        </p:nvSpPr>
        <p:spPr>
          <a:xfrm xmlns:a="http://schemas.openxmlformats.org/drawingml/2006/main">
            <a:off x="7924800" y="2943225"/>
            <a:ext cx="27241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90秒ルール</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進展がなければ予備へ</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0000"/>
              </a:lnSpc>
              <a:buNone/>
              <a:defRPr sz="2025" b="0">
                <a:solidFill>
                  <a:srgbClr val="14212B"/>
                </a:solidFill>
                <a:latin typeface="Yu Gothic UI"/>
                <a:ea typeface="Yu Gothic UI"/>
                <a:cs typeface="Yu Gothic UI"/>
              </a:defRPr>
            </a:pPr>
            <a:r>
              <a:rPr sz="2025" b="0">
                <a:solidFill>
                  <a:srgbClr val="14212B"/>
                </a:solidFill>
                <a:latin typeface="Yu Gothic UI"/>
                <a:ea typeface="Yu Gothic UI"/>
                <a:cs typeface="Yu Gothic UI"/>
              </a:rPr>
              <a:t>会場でデバッグしない</a:t>
            </a:r>
          </a:p>
        </p:txBody>
      </p:sp>
    </p:spTree>
    <p:extLst>
      <p:ext uri="{BB962C8B-B14F-4D97-AF65-F5344CB8AC3E}">
        <p14:creationId xmlns:p14="http://schemas.microsoft.com/office/powerpoint/2010/main" val="778716361"/>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EC84F70-81E7-483D-A05C-B7DE41042B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FCEFCFE4-72CC-4F56-B292-0ABD0EB4429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B657F3F2-468B-4313-B9C8-34696633E41B}"/>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D4D4A609-0746-4210-9CBC-FB366E94F31F}"/>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RUN OF SHOW</a:t>
            </a:r>
          </a:p>
        </p:txBody>
      </p:sp>
      <p:sp>
        <p:nvSpPr>
          <p:cNvPr id="6" name="TextBox 5">
            <a:extLst xmlns:a="http://schemas.openxmlformats.org/drawingml/2006/main">
              <a:ext uri="{FF2B5EF4-FFF2-40B4-BE49-F238E27FC236}">
                <a16:creationId xmlns:a16="http://schemas.microsoft.com/office/drawing/2014/main" id="{AD26DB06-CFBA-484E-BE47-FAFC2AE93A2D}"/>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15分で「指示 → 実行 → 確認」まで見せます</a:t>
            </a:r>
          </a:p>
        </p:txBody>
      </p:sp>
      <p:sp>
        <p:nvSpPr>
          <p:cNvPr id="7" name="Rectangle 6">
            <a:extLst xmlns:a="http://schemas.openxmlformats.org/drawingml/2006/main">
              <a:ext uri="{FF2B5EF4-FFF2-40B4-BE49-F238E27FC236}">
                <a16:creationId xmlns:a16="http://schemas.microsoft.com/office/drawing/2014/main" id="{84AD41C3-03D5-4A39-92CE-C3B1D791167D}"/>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1C9E6CB9-BE02-475C-A9B4-0C1D31E56BB1}"/>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BBE9A055-2F32-45E5-9FA1-F41D13331CC7}"/>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03 / 12</a:t>
            </a:r>
          </a:p>
        </p:txBody>
      </p:sp>
      <p:sp>
        <p:nvSpPr>
          <p:cNvPr id="10" name="Rectangle 9">
            <a:extLst xmlns:a="http://schemas.openxmlformats.org/drawingml/2006/main">
              <a:ext uri="{FF2B5EF4-FFF2-40B4-BE49-F238E27FC236}">
                <a16:creationId xmlns:a16="http://schemas.microsoft.com/office/drawing/2014/main" id="{3D3C0645-73FE-40C9-80F2-6C167D0490D4}"/>
              </a:ext>
            </a:extLst>
          </p:cNvPr>
          <p:cNvSpPr>
            <a:spLocks xmlns:a="http://schemas.openxmlformats.org/drawingml/2006/main" noGrp="1"/>
          </p:cNvSpPr>
          <p:nvPr/>
        </p:nvSpPr>
        <p:spPr>
          <a:xfrm xmlns:a="http://schemas.openxmlformats.org/drawingml/2006/main">
            <a:off x="647700" y="1657350"/>
            <a:ext cx="6705600" cy="4133850"/>
          </a:xfrm>
          <a:prstGeom xmlns:a="http://schemas.openxmlformats.org/drawingml/2006/main" prst="roundRect">
            <a:avLst>
              <a:gd name="adj" fmla="val 1382"/>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209550" rIns="266700" bIns="0" anchor="t">
            <a:noAutofit/>
          </a:bodyPr>
          <a:lstStyle xmlns:a="http://schemas.openxmlformats.org/drawingml/2006/main"/>
          <a:p xmlns:a="http://schemas.openxmlformats.org/drawingml/2006/main">
            <a:pPr algn="l">
              <a:lnSpc>
                <a:spcPct val="114000"/>
              </a:lnSpc>
              <a:buNone/>
              <a:defRPr sz="2550" b="1">
                <a:solidFill>
                  <a:srgbClr val="00A5E3"/>
                </a:solidFill>
                <a:latin typeface="Yu Gothic UI"/>
                <a:ea typeface="Yu Gothic UI"/>
                <a:cs typeface="Yu Gothic UI"/>
              </a:defRPr>
            </a:pPr>
            <a:r>
              <a:rPr sz="2550" b="1">
                <a:solidFill>
                  <a:srgbClr val="00A5E3"/>
                </a:solidFill>
                <a:latin typeface="Yu Gothic UI"/>
                <a:ea typeface="Yu Gothic UI"/>
                <a:cs typeface="Yu Gothic UI"/>
              </a:rPr>
              <a:t>00:00 — 15:00</a:t>
            </a:r>
          </a:p>
        </p:txBody>
      </p:sp>
      <p:sp>
        <p:nvSpPr>
          <p:cNvPr id="11" name="TextBox 10">
            <a:extLst xmlns:a="http://schemas.openxmlformats.org/drawingml/2006/main">
              <a:ext uri="{FF2B5EF4-FFF2-40B4-BE49-F238E27FC236}">
                <a16:creationId xmlns:a16="http://schemas.microsoft.com/office/drawing/2014/main" id="{12010C74-2549-4CE1-89F7-93F67480AD0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B2545"/>
                </a:solidFill>
                <a:latin typeface="Yu Gothic UI"/>
                <a:ea typeface="Yu Gothic UI"/>
                <a:cs typeface="Yu Gothic UI"/>
              </a:rPr>
              <a:t/>
            </a:r>
          </a:p>
        </p:txBody>
      </p:sp>
      <p:sp>
        <p:nvSpPr>
          <p:cNvPr id="12" name="TextBox 11">
            <a:extLst xmlns:a="http://schemas.openxmlformats.org/drawingml/2006/main">
              <a:ext uri="{FF2B5EF4-FFF2-40B4-BE49-F238E27FC236}">
                <a16:creationId xmlns:a16="http://schemas.microsoft.com/office/drawing/2014/main" id="{48184E41-1B43-48F8-BD28-629AE0D41778}"/>
              </a:ext>
            </a:extLst>
          </p:cNvPr>
          <p:cNvSpPr>
            <a:spLocks xmlns:a="http://schemas.openxmlformats.org/drawingml/2006/main" noGrp="1"/>
          </p:cNvSpPr>
          <p:nvPr/>
        </p:nvSpPr>
        <p:spPr>
          <a:xfrm xmlns:a="http://schemas.openxmlformats.org/drawingml/2006/main">
            <a:off x="914400" y="2552700"/>
            <a:ext cx="6096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75" b="0">
                <a:solidFill>
                  <a:srgbClr val="14212B"/>
                </a:solidFill>
                <a:latin typeface="Yu Gothic UI"/>
                <a:ea typeface="Yu Gothic UI"/>
                <a:cs typeface="Yu Gothic UI"/>
              </a:defRPr>
            </a:pPr>
            <a:r>
              <a:rPr sz="1875" b="0">
                <a:solidFill>
                  <a:srgbClr val="14212B"/>
                </a:solidFill>
                <a:latin typeface="Yu Gothic UI"/>
                <a:ea typeface="Yu Gothic UI"/>
                <a:cs typeface="Yu Gothic UI"/>
              </a:rPr>
              <a:t>00–02  指示　主デモプロンプトを貼る</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0000"/>
              </a:lnSpc>
              <a:buNone/>
              <a:defRPr sz="1875" b="0">
                <a:solidFill>
                  <a:srgbClr val="14212B"/>
                </a:solidFill>
                <a:latin typeface="Yu Gothic UI"/>
                <a:ea typeface="Yu Gothic UI"/>
                <a:cs typeface="Yu Gothic UI"/>
              </a:defRPr>
            </a:pPr>
            <a:r>
              <a:rPr sz="1875" b="0">
                <a:solidFill>
                  <a:srgbClr val="14212B"/>
                </a:solidFill>
                <a:latin typeface="Yu Gothic UI"/>
                <a:ea typeface="Yu Gothic UI"/>
                <a:cs typeface="Yu Gothic UI"/>
              </a:rPr>
              <a:t>02–07  実行　計画・編集・承認を1回だけ見せる</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0000"/>
              </a:lnSpc>
              <a:buNone/>
              <a:defRPr sz="1875" b="0">
                <a:solidFill>
                  <a:srgbClr val="14212B"/>
                </a:solidFill>
                <a:latin typeface="Yu Gothic UI"/>
                <a:ea typeface="Yu Gothic UI"/>
                <a:cs typeface="Yu Gothic UI"/>
              </a:defRPr>
            </a:pPr>
            <a:r>
              <a:rPr sz="1875" b="0">
                <a:solidFill>
                  <a:srgbClr val="14212B"/>
                </a:solidFill>
                <a:latin typeface="Yu Gothic UI"/>
                <a:ea typeface="Yu Gothic UI"/>
                <a:cs typeface="Yu Gothic UI"/>
              </a:rPr>
              <a:t>07–12  確認　ブラウザと成果物を確認する</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0000"/>
              </a:lnSpc>
              <a:buNone/>
              <a:defRPr sz="1875" b="0">
                <a:solidFill>
                  <a:srgbClr val="14212B"/>
                </a:solidFill>
                <a:latin typeface="Yu Gothic UI"/>
                <a:ea typeface="Yu Gothic UI"/>
                <a:cs typeface="Yu Gothic UI"/>
              </a:defRPr>
            </a:pPr>
            <a:r>
              <a:rPr sz="1875" b="0">
                <a:solidFill>
                  <a:srgbClr val="14212B"/>
                </a:solidFill>
                <a:latin typeface="Yu Gothic UI"/>
                <a:ea typeface="Yu Gothic UI"/>
                <a:cs typeface="Yu Gothic UI"/>
              </a:rPr>
              <a:t>12–15  振返り　変更・確認・未解決を3行で共有</a:t>
            </a:r>
          </a:p>
        </p:txBody>
      </p:sp>
      <p:sp>
        <p:nvSpPr>
          <p:cNvPr id="13" name="Rectangle 12">
            <a:extLst xmlns:a="http://schemas.openxmlformats.org/drawingml/2006/main">
              <a:ext uri="{FF2B5EF4-FFF2-40B4-BE49-F238E27FC236}">
                <a16:creationId xmlns:a16="http://schemas.microsoft.com/office/drawing/2014/main" id="{34720681-B5F3-47F9-A4B1-4D082BE97D1C}"/>
              </a:ext>
            </a:extLst>
          </p:cNvPr>
          <p:cNvSpPr>
            <a:spLocks xmlns:a="http://schemas.openxmlformats.org/drawingml/2006/main" noGrp="1"/>
          </p:cNvSpPr>
          <p:nvPr/>
        </p:nvSpPr>
        <p:spPr>
          <a:xfrm xmlns:a="http://schemas.openxmlformats.org/drawingml/2006/main">
            <a:off x="7620000" y="1657350"/>
            <a:ext cx="3924300" cy="4133850"/>
          </a:xfrm>
          <a:prstGeom xmlns:a="http://schemas.openxmlformats.org/drawingml/2006/main" prst="roundRect">
            <a:avLst>
              <a:gd name="adj" fmla="val 1456"/>
            </a:avLst>
          </a:prstGeom>
          <a:solidFill xmlns:a="http://schemas.openxmlformats.org/drawingml/2006/main">
            <a:srgbClr val="071A2B"/>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304800" tIns="228600" rIns="304800" bIns="0" anchor="t">
            <a:noAutofit/>
          </a:bodyPr>
          <a:lstStyle xmlns:a="http://schemas.openxmlformats.org/drawingml/2006/main"/>
          <a:p xmlns:a="http://schemas.openxmlformats.org/drawingml/2006/main">
            <a:pPr algn="l">
              <a:lnSpc>
                <a:spcPct val="114000"/>
              </a:lnSpc>
              <a:buNone/>
              <a:defRPr sz="2325" b="1">
                <a:solidFill>
                  <a:srgbClr val="FFFFFF"/>
                </a:solidFill>
                <a:latin typeface="Yu Gothic UI"/>
                <a:ea typeface="Yu Gothic UI"/>
                <a:cs typeface="Yu Gothic UI"/>
              </a:defRPr>
            </a:pPr>
            <a:r>
              <a:rPr sz="2325" b="1">
                <a:solidFill>
                  <a:srgbClr val="FFFFFF"/>
                </a:solidFill>
                <a:latin typeface="Yu Gothic UI"/>
                <a:ea typeface="Yu Gothic UI"/>
                <a:cs typeface="Yu Gothic UI"/>
              </a:rPr>
              <a:t>観客が見るもの</a:t>
            </a:r>
          </a:p>
        </p:txBody>
      </p:sp>
      <p:sp>
        <p:nvSpPr>
          <p:cNvPr id="14" name="TextBox 13">
            <a:extLst xmlns:a="http://schemas.openxmlformats.org/drawingml/2006/main">
              <a:ext uri="{FF2B5EF4-FFF2-40B4-BE49-F238E27FC236}">
                <a16:creationId xmlns:a16="http://schemas.microsoft.com/office/drawing/2014/main" id="{88F10C31-4072-4798-BA22-4F7AB26A9BC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077B6"/>
                </a:solidFill>
                <a:latin typeface="Yu Gothic UI"/>
                <a:ea typeface="Yu Gothic UI"/>
                <a:cs typeface="Yu Gothic UI"/>
              </a:rPr>
              <a:t/>
            </a:r>
          </a:p>
        </p:txBody>
      </p:sp>
      <p:sp>
        <p:nvSpPr>
          <p:cNvPr id="15" name="TextBox 14">
            <a:extLst xmlns:a="http://schemas.openxmlformats.org/drawingml/2006/main">
              <a:ext uri="{FF2B5EF4-FFF2-40B4-BE49-F238E27FC236}">
                <a16:creationId xmlns:a16="http://schemas.microsoft.com/office/drawing/2014/main" id="{E0FFF4D2-BD6E-49A6-839C-AC42D72ACB32}"/>
              </a:ext>
            </a:extLst>
          </p:cNvPr>
          <p:cNvSpPr>
            <a:spLocks xmlns:a="http://schemas.openxmlformats.org/drawingml/2006/main" noGrp="1"/>
          </p:cNvSpPr>
          <p:nvPr/>
        </p:nvSpPr>
        <p:spPr>
          <a:xfrm xmlns:a="http://schemas.openxmlformats.org/drawingml/2006/main">
            <a:off x="7924800" y="2667000"/>
            <a:ext cx="3314700" cy="25831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2100" b="1">
                <a:solidFill>
                  <a:srgbClr val="FFFFFF"/>
                </a:solidFill>
                <a:latin typeface="Yu Gothic UI"/>
                <a:ea typeface="Yu Gothic UI"/>
                <a:cs typeface="Yu Gothic UI"/>
              </a:defRPr>
            </a:pPr>
            <a:r>
              <a:rPr sz="2100" b="1">
                <a:solidFill>
                  <a:srgbClr val="FFFFFF"/>
                </a:solidFill>
                <a:latin typeface="Yu Gothic UI"/>
                <a:ea typeface="Yu Gothic UI"/>
                <a:cs typeface="Yu Gothic UI"/>
              </a:rPr>
              <a:t>1  prompt</a:t>
            </a:r>
          </a:p>
          <a:p xmlns:a="http://schemas.openxmlformats.org/drawingml/2006/main">
            <a:pPr algn="l">
              <a:lnSpc>
                <a:spcPct val="125000"/>
              </a:lnSpc>
              <a:buNone/>
              <a:defRPr sz="2100" b="1">
                <a:solidFill>
                  <a:srgbClr val="FFFFFF"/>
                </a:solidFill>
                <a:latin typeface="Yu Gothic UI"/>
                <a:ea typeface="Yu Gothic UI"/>
                <a:cs typeface="Yu Gothic UI"/>
              </a:defRPr>
            </a:pPr>
            <a:r>
              <a:rPr sz="2100" b="1">
                <a:solidFill>
                  <a:srgbClr val="FFFFFF"/>
                </a:solidFill>
                <a:latin typeface="Yu Gothic UI"/>
                <a:ea typeface="Yu Gothic UI"/>
                <a:cs typeface="Yu Gothic UI"/>
              </a:rPr>
              <a:t>1  file</a:t>
            </a:r>
          </a:p>
          <a:p xmlns:a="http://schemas.openxmlformats.org/drawingml/2006/main">
            <a:pPr algn="l">
              <a:lnSpc>
                <a:spcPct val="125000"/>
              </a:lnSpc>
              <a:buNone/>
              <a:defRPr sz="2100" b="1">
                <a:solidFill>
                  <a:srgbClr val="FFFFFF"/>
                </a:solidFill>
                <a:latin typeface="Yu Gothic UI"/>
                <a:ea typeface="Yu Gothic UI"/>
                <a:cs typeface="Yu Gothic UI"/>
              </a:defRPr>
            </a:pPr>
            <a:r>
              <a:rPr sz="2100" b="1">
                <a:solidFill>
                  <a:srgbClr val="FFFFFF"/>
                </a:solidFill>
                <a:latin typeface="Yu Gothic UI"/>
                <a:ea typeface="Yu Gothic UI"/>
                <a:cs typeface="Yu Gothic UI"/>
              </a:rPr>
              <a:t>1  browser</a:t>
            </a:r>
          </a:p>
          <a:p xmlns:a="http://schemas.openxmlformats.org/drawingml/2006/main">
            <a:pPr algn="l">
              <a:lnSpc>
                <a:spcPct val="125000"/>
              </a:lnSpc>
              <a:buNone/>
              <a:defRPr sz="2100" b="1">
                <a:solidFill>
                  <a:srgbClr val="FFFFFF"/>
                </a:solidFill>
                <a:latin typeface="Yu Gothic UI"/>
                <a:ea typeface="Yu Gothic UI"/>
                <a:cs typeface="Yu Gothic UI"/>
              </a:defRPr>
            </a:pPr>
            <a:r>
              <a:rPr sz="2100" b="1">
                <a:solidFill>
                  <a:srgbClr val="FFFFFF"/>
                </a:solidFill>
                <a:latin typeface="Yu Gothic UI"/>
                <a:ea typeface="Yu Gothic UI"/>
                <a:cs typeface="Yu Gothic UI"/>
              </a:rPr>
              <a:t>1  report</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5000"/>
              </a:lnSpc>
              <a:buNone/>
              <a:defRPr sz="2100" b="1">
                <a:solidFill>
                  <a:srgbClr val="FFFFFF"/>
                </a:solidFill>
                <a:latin typeface="Yu Gothic UI"/>
                <a:ea typeface="Yu Gothic UI"/>
                <a:cs typeface="Yu Gothic UI"/>
              </a:defRPr>
            </a:pPr>
            <a:r>
              <a:rPr sz="2100" b="1">
                <a:solidFill>
                  <a:srgbClr val="FFFFFF"/>
                </a:solidFill>
                <a:latin typeface="Yu Gothic UI"/>
                <a:ea typeface="Yu Gothic UI"/>
                <a:cs typeface="Yu Gothic UI"/>
              </a:rPr>
              <a:t>成功は、AIの回答ではなく</a:t>
            </a:r>
          </a:p>
          <a:p xmlns:a="http://schemas.openxmlformats.org/drawingml/2006/main">
            <a:pPr algn="l">
              <a:lnSpc>
                <a:spcPct val="125000"/>
              </a:lnSpc>
              <a:buNone/>
              <a:defRPr sz="2100" b="1">
                <a:solidFill>
                  <a:srgbClr val="FFFFFF"/>
                </a:solidFill>
                <a:latin typeface="Yu Gothic UI"/>
                <a:ea typeface="Yu Gothic UI"/>
                <a:cs typeface="Yu Gothic UI"/>
              </a:defRPr>
            </a:pPr>
            <a:r>
              <a:rPr sz="2100" b="1">
                <a:solidFill>
                  <a:srgbClr val="FFFFFF"/>
                </a:solidFill>
                <a:latin typeface="Yu Gothic UI"/>
                <a:ea typeface="Yu Gothic UI"/>
                <a:cs typeface="Yu Gothic UI"/>
              </a:rPr>
              <a:t>人が成果を確認できた状態。</a:t>
            </a:r>
          </a:p>
        </p:txBody>
      </p:sp>
    </p:spTree>
    <p:extLst>
      <p:ext uri="{BB962C8B-B14F-4D97-AF65-F5344CB8AC3E}">
        <p14:creationId xmlns:p14="http://schemas.microsoft.com/office/powerpoint/2010/main" val="101826840"/>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451BB22-5A9D-498B-B4A7-832312C608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8450AFC5-3358-459D-BAE9-3CD63253475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58B33D43-0D18-404E-A4B5-426E0E37B758}"/>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2C9D38E9-F2F1-4C60-B862-159212F7F4CC}"/>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PRE-FLIGHT</a:t>
            </a:r>
          </a:p>
        </p:txBody>
      </p:sp>
      <p:sp>
        <p:nvSpPr>
          <p:cNvPr id="6" name="TextBox 5">
            <a:extLst xmlns:a="http://schemas.openxmlformats.org/drawingml/2006/main">
              <a:ext uri="{FF2B5EF4-FFF2-40B4-BE49-F238E27FC236}">
                <a16:creationId xmlns:a16="http://schemas.microsoft.com/office/drawing/2014/main" id="{F9DBFE0E-4D5A-40D9-86E0-B5A15118F616}"/>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前日までに5点を緑にします</a:t>
            </a:r>
          </a:p>
        </p:txBody>
      </p:sp>
      <p:sp>
        <p:nvSpPr>
          <p:cNvPr id="7" name="Rectangle 6">
            <a:extLst xmlns:a="http://schemas.openxmlformats.org/drawingml/2006/main">
              <a:ext uri="{FF2B5EF4-FFF2-40B4-BE49-F238E27FC236}">
                <a16:creationId xmlns:a16="http://schemas.microsoft.com/office/drawing/2014/main" id="{00349D2D-B546-4350-A909-C9C9385D2F75}"/>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CD8F1CF6-78B1-4776-843B-6F1DEA0B7639}"/>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84EFCE2C-0A87-417F-8CF7-76A7F464F6C0}"/>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04 / 12</a:t>
            </a:r>
          </a:p>
        </p:txBody>
      </p:sp>
      <p:sp>
        <p:nvSpPr>
          <p:cNvPr id="10" name="Rectangle 9">
            <a:extLst xmlns:a="http://schemas.openxmlformats.org/drawingml/2006/main">
              <a:ext uri="{FF2B5EF4-FFF2-40B4-BE49-F238E27FC236}">
                <a16:creationId xmlns:a16="http://schemas.microsoft.com/office/drawing/2014/main" id="{81CE107E-C71F-4DFD-AE39-41627BF7ECF3}"/>
              </a:ext>
            </a:extLst>
          </p:cNvPr>
          <p:cNvSpPr>
            <a:spLocks xmlns:a="http://schemas.openxmlformats.org/drawingml/2006/main" noGrp="1"/>
          </p:cNvSpPr>
          <p:nvPr/>
        </p:nvSpPr>
        <p:spPr>
          <a:xfrm xmlns:a="http://schemas.openxmlformats.org/drawingml/2006/main">
            <a:off x="647700" y="1676400"/>
            <a:ext cx="5219700" cy="4114800"/>
          </a:xfrm>
          <a:prstGeom xmlns:a="http://schemas.openxmlformats.org/drawingml/2006/main" prst="roundRect">
            <a:avLst>
              <a:gd name="adj" fmla="val 1389"/>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209550" rIns="266700" bIns="0" anchor="t">
            <a:noAutofit/>
          </a:bodyPr>
          <a:lstStyle xmlns:a="http://schemas.openxmlformats.org/drawingml/2006/main"/>
          <a:p xmlns:a="http://schemas.openxmlformats.org/drawingml/2006/main">
            <a:pPr algn="l">
              <a:lnSpc>
                <a:spcPct val="114000"/>
              </a:lnSpc>
              <a:buNone/>
              <a:defRPr sz="2325" b="1">
                <a:solidFill>
                  <a:srgbClr val="00A5E3"/>
                </a:solidFill>
                <a:latin typeface="Yu Gothic UI"/>
                <a:ea typeface="Yu Gothic UI"/>
                <a:cs typeface="Yu Gothic UI"/>
              </a:defRPr>
            </a:pPr>
            <a:r>
              <a:rPr sz="2325" b="1">
                <a:solidFill>
                  <a:srgbClr val="00A5E3"/>
                </a:solidFill>
                <a:latin typeface="Yu Gothic UI"/>
                <a:ea typeface="Yu Gothic UI"/>
                <a:cs typeface="Yu Gothic UI"/>
              </a:rPr>
              <a:t>デモ端末チェック</a:t>
            </a:r>
          </a:p>
        </p:txBody>
      </p:sp>
      <p:sp>
        <p:nvSpPr>
          <p:cNvPr id="11" name="TextBox 10">
            <a:extLst xmlns:a="http://schemas.openxmlformats.org/drawingml/2006/main">
              <a:ext uri="{FF2B5EF4-FFF2-40B4-BE49-F238E27FC236}">
                <a16:creationId xmlns:a16="http://schemas.microsoft.com/office/drawing/2014/main" id="{E904AEAD-D46C-4152-AC73-6BCBC81AC93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B2545"/>
                </a:solidFill>
                <a:latin typeface="Yu Gothic UI"/>
                <a:ea typeface="Yu Gothic UI"/>
                <a:cs typeface="Yu Gothic UI"/>
              </a:rPr>
              <a:t/>
            </a:r>
          </a:p>
        </p:txBody>
      </p:sp>
      <p:sp>
        <p:nvSpPr>
          <p:cNvPr id="12" name="TextBox 11">
            <a:extLst xmlns:a="http://schemas.openxmlformats.org/drawingml/2006/main">
              <a:ext uri="{FF2B5EF4-FFF2-40B4-BE49-F238E27FC236}">
                <a16:creationId xmlns:a16="http://schemas.microsoft.com/office/drawing/2014/main" id="{806581E5-1AB2-4BBA-A1CF-E374F14A6096}"/>
              </a:ext>
            </a:extLst>
          </p:cNvPr>
          <p:cNvSpPr>
            <a:spLocks xmlns:a="http://schemas.openxmlformats.org/drawingml/2006/main" noGrp="1"/>
          </p:cNvSpPr>
          <p:nvPr/>
        </p:nvSpPr>
        <p:spPr>
          <a:xfrm xmlns:a="http://schemas.openxmlformats.org/drawingml/2006/main">
            <a:off x="914400" y="2571750"/>
            <a:ext cx="4686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01  最新版を起動し、ログイン済み</a:t>
            </a:r>
          </a:p>
          <a:p xmlns:a="http://schemas.openxmlformats.org/drawingml/2006/main">
            <a:pPr algn="l">
              <a:lnSpc>
                <a:spcPct val="120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02  Chromeが起動できる</a:t>
            </a:r>
          </a:p>
          <a:p xmlns:a="http://schemas.openxmlformats.org/drawingml/2006/main">
            <a:pPr algn="l">
              <a:lnSpc>
                <a:spcPct val="120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03  このリポジトリをProjectで開く</a:t>
            </a:r>
          </a:p>
          <a:p xmlns:a="http://schemas.openxmlformats.org/drawingml/2006/main">
            <a:pPr algn="l">
              <a:lnSpc>
                <a:spcPct val="120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04  合成データ3点がそろう</a:t>
            </a:r>
          </a:p>
          <a:p xmlns:a="http://schemas.openxmlformats.org/drawingml/2006/main">
            <a:pPr algn="l">
              <a:lnSpc>
                <a:spcPct val="120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05  下の検証コマンドがPASS</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0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python scripts/run_antigravity_live_demo.py</a:t>
            </a:r>
          </a:p>
        </p:txBody>
      </p:sp>
      <p:sp>
        <p:nvSpPr>
          <p:cNvPr id="13" name="Rectangle 12">
            <a:extLst xmlns:a="http://schemas.openxmlformats.org/drawingml/2006/main">
              <a:ext uri="{FF2B5EF4-FFF2-40B4-BE49-F238E27FC236}">
                <a16:creationId xmlns:a16="http://schemas.microsoft.com/office/drawing/2014/main" id="{6A9FB01C-28CD-4D29-B9D7-FDFC7F4D294E}"/>
              </a:ext>
            </a:extLst>
          </p:cNvPr>
          <p:cNvSpPr>
            <a:spLocks xmlns:a="http://schemas.openxmlformats.org/drawingml/2006/main" noGrp="1"/>
          </p:cNvSpPr>
          <p:nvPr/>
        </p:nvSpPr>
        <p:spPr>
          <a:xfrm xmlns:a="http://schemas.openxmlformats.org/drawingml/2006/main">
            <a:off x="6172200" y="1676400"/>
            <a:ext cx="5372100" cy="4114800"/>
          </a:xfrm>
          <a:prstGeom xmlns:a="http://schemas.openxmlformats.org/drawingml/2006/main" prst="roundRect">
            <a:avLst>
              <a:gd name="adj" fmla="val 1389"/>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114300" rIns="266700" bIns="0" anchor="t">
            <a:noAutofit/>
          </a:bodyPr>
          <a:lstStyle xmlns:a="http://schemas.openxmlformats.org/drawingml/2006/main"/>
          <a:p xmlns:a="http://schemas.openxmlformats.org/drawingml/2006/main">
            <a:pPr algn="r">
              <a:lnSpc>
                <a:spcPct val="114000"/>
              </a:lnSpc>
              <a:buNone/>
              <a:defRPr sz="1200" b="1">
                <a:solidFill>
                  <a:srgbClr val="526571"/>
                </a:solidFill>
                <a:latin typeface="Yu Gothic UI"/>
                <a:ea typeface="Yu Gothic UI"/>
                <a:cs typeface="Yu Gothic UI"/>
              </a:defRPr>
            </a:pPr>
            <a:r>
              <a:rPr sz="1200" b="1">
                <a:solidFill>
                  <a:srgbClr val="526571"/>
                </a:solidFill>
                <a:latin typeface="Yu Gothic UI"/>
                <a:ea typeface="Yu Gothic UI"/>
                <a:cs typeface="Yu Gothic UI"/>
              </a:rPr>
              <a:t>PROJECT / WORKTREE</a:t>
            </a:r>
          </a:p>
        </p:txBody>
      </p:sp>
      <p:pic>
        <p:nvPicPr>
          <p:cNvPr id="28" name="Picture 13"/>
          <p:cNvPicPr>
            <a:picLocks xmlns:a="http://schemas.openxmlformats.org/drawingml/2006/main" noChangeAspect="1"/>
          </p:cNvPicPr>
          <p:nvPr/>
        </p:nvPicPr>
        <p:blipFill>
          <a:blip xmlns:r="http://schemas.openxmlformats.org/officeDocument/2006/relationships" xmlns:a="http://schemas.openxmlformats.org/drawingml/2006/main" r:embed="R0f7a9107d36342ae"/>
          <a:stretch xmlns:a="http://schemas.openxmlformats.org/drawingml/2006/main">
            <a:fillRect l="0" t="0" r="0" b="0"/>
          </a:stretch>
        </p:blipFill>
        <p:spPr>
          <a:xfrm xmlns:a="http://schemas.openxmlformats.org/drawingml/2006/main">
            <a:off x="0" y="0"/>
            <a:ext cx="9525" cy="952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2c4f892b5024128"/>
          <a:stretch xmlns:a="http://schemas.openxmlformats.org/drawingml/2006/main"/>
        </p:blipFill>
        <p:spPr>
          <a:xfrm xmlns:a="http://schemas.openxmlformats.org/drawingml/2006/main">
            <a:off x="6438900" y="2812338"/>
            <a:ext cx="4838700" cy="1728624"/>
          </a:xfrm>
          <a:prstGeom xmlns:a="http://schemas.openxmlformats.org/drawingml/2006/main" prst="roundRect">
            <a:avLst>
              <a:gd name="adj" fmla="val 1863"/>
            </a:avLst>
          </a:prstGeom>
        </p:spPr>
      </p:pic>
    </p:spTree>
    <p:extLst>
      <p:ext uri="{BB962C8B-B14F-4D97-AF65-F5344CB8AC3E}">
        <p14:creationId xmlns:p14="http://schemas.microsoft.com/office/powerpoint/2010/main" val="1640357837"/>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451BB22-5A9D-498B-B4A7-832312C608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8450AFC5-3358-459D-BAE9-3CD63253475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58B33D43-0D18-404E-A4B5-426E0E37B758}"/>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2C9D38E9-F2F1-4C60-B862-159212F7F4CC}"/>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PRODUCT ORIENTATION</a:t>
            </a:r>
          </a:p>
        </p:txBody>
      </p:sp>
      <p:sp>
        <p:nvSpPr>
          <p:cNvPr id="6" name="TextBox 5">
            <a:extLst xmlns:a="http://schemas.openxmlformats.org/drawingml/2006/main">
              <a:ext uri="{FF2B5EF4-FFF2-40B4-BE49-F238E27FC236}">
                <a16:creationId xmlns:a16="http://schemas.microsoft.com/office/drawing/2014/main" id="{F9DBFE0E-4D5A-40D9-86E0-B5A15118F616}"/>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見る場所は3つだけです</a:t>
            </a:r>
          </a:p>
        </p:txBody>
      </p:sp>
      <p:sp>
        <p:nvSpPr>
          <p:cNvPr id="7" name="Rectangle 6">
            <a:extLst xmlns:a="http://schemas.openxmlformats.org/drawingml/2006/main">
              <a:ext uri="{FF2B5EF4-FFF2-40B4-BE49-F238E27FC236}">
                <a16:creationId xmlns:a16="http://schemas.microsoft.com/office/drawing/2014/main" id="{00349D2D-B546-4350-A909-C9C9385D2F75}"/>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CD8F1CF6-78B1-4776-843B-6F1DEA0B7639}"/>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84EFCE2C-0A87-417F-8CF7-76A7F464F6C0}"/>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05 / 12</a:t>
            </a:r>
          </a:p>
        </p:txBody>
      </p:sp>
      <p:sp>
        <p:nvSpPr>
          <p:cNvPr id="10" name="Rectangle 9">
            <a:extLst xmlns:a="http://schemas.openxmlformats.org/drawingml/2006/main">
              <a:ext uri="{FF2B5EF4-FFF2-40B4-BE49-F238E27FC236}">
                <a16:creationId xmlns:a16="http://schemas.microsoft.com/office/drawing/2014/main" id="{81CE107E-C71F-4DFD-AE39-41627BF7ECF3}"/>
              </a:ext>
            </a:extLst>
          </p:cNvPr>
          <p:cNvSpPr>
            <a:spLocks xmlns:a="http://schemas.openxmlformats.org/drawingml/2006/main" noGrp="1"/>
          </p:cNvSpPr>
          <p:nvPr/>
        </p:nvSpPr>
        <p:spPr>
          <a:xfrm xmlns:a="http://schemas.openxmlformats.org/drawingml/2006/main">
            <a:off x="647700" y="1676400"/>
            <a:ext cx="4000500" cy="4114800"/>
          </a:xfrm>
          <a:prstGeom xmlns:a="http://schemas.openxmlformats.org/drawingml/2006/main" prst="roundRect">
            <a:avLst>
              <a:gd name="adj" fmla="val 1429"/>
            </a:avLst>
          </a:prstGeom>
          <a:solidFill xmlns:a="http://schemas.openxmlformats.org/drawingml/2006/main">
            <a:srgbClr val="071A2B"/>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209550" rIns="266700" bIns="0" anchor="t">
            <a:noAutofit/>
          </a:bodyPr>
          <a:lstStyle xmlns:a="http://schemas.openxmlformats.org/drawingml/2006/main"/>
          <a:p xmlns:a="http://schemas.openxmlformats.org/drawingml/2006/main">
            <a:pPr algn="l">
              <a:lnSpc>
                <a:spcPct val="114000"/>
              </a:lnSpc>
              <a:buNone/>
              <a:defRPr sz="2325" b="1">
                <a:solidFill>
                  <a:srgbClr val="FFFFFF"/>
                </a:solidFill>
                <a:latin typeface="Yu Gothic UI"/>
                <a:ea typeface="Yu Gothic UI"/>
                <a:cs typeface="Yu Gothic UI"/>
              </a:defRPr>
            </a:pPr>
            <a:r>
              <a:rPr sz="2325" b="1">
                <a:solidFill>
                  <a:srgbClr val="FFFFFF"/>
                </a:solidFill>
                <a:latin typeface="Yu Gothic UI"/>
                <a:ea typeface="Yu Gothic UI"/>
                <a:cs typeface="Yu Gothic UI"/>
              </a:rPr>
              <a:t>画面の見取り図</a:t>
            </a:r>
          </a:p>
        </p:txBody>
      </p:sp>
      <p:sp>
        <p:nvSpPr>
          <p:cNvPr id="11" name="TextBox 10">
            <a:extLst xmlns:a="http://schemas.openxmlformats.org/drawingml/2006/main">
              <a:ext uri="{FF2B5EF4-FFF2-40B4-BE49-F238E27FC236}">
                <a16:creationId xmlns:a16="http://schemas.microsoft.com/office/drawing/2014/main" id="{E904AEAD-D46C-4152-AC73-6BCBC81AC93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B2545"/>
                </a:solidFill>
                <a:latin typeface="Yu Gothic UI"/>
                <a:ea typeface="Yu Gothic UI"/>
                <a:cs typeface="Yu Gothic UI"/>
              </a:rPr>
              <a:t/>
            </a:r>
          </a:p>
        </p:txBody>
      </p:sp>
      <p:sp>
        <p:nvSpPr>
          <p:cNvPr id="12" name="TextBox 11">
            <a:extLst xmlns:a="http://schemas.openxmlformats.org/drawingml/2006/main">
              <a:ext uri="{FF2B5EF4-FFF2-40B4-BE49-F238E27FC236}">
                <a16:creationId xmlns:a16="http://schemas.microsoft.com/office/drawing/2014/main" id="{806581E5-1AB2-4BBA-A1CF-E374F14A6096}"/>
              </a:ext>
            </a:extLst>
          </p:cNvPr>
          <p:cNvSpPr>
            <a:spLocks xmlns:a="http://schemas.openxmlformats.org/drawingml/2006/main" noGrp="1"/>
          </p:cNvSpPr>
          <p:nvPr/>
        </p:nvSpPr>
        <p:spPr>
          <a:xfrm xmlns:a="http://schemas.openxmlformats.org/drawingml/2006/main">
            <a:off x="914400" y="2667000"/>
            <a:ext cx="33718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FFFFFF"/>
                </a:solidFill>
                <a:latin typeface="Yu Gothic UI"/>
                <a:ea typeface="Yu Gothic UI"/>
                <a:cs typeface="Yu Gothic UI"/>
              </a:defRPr>
            </a:pPr>
            <a:r>
              <a:rPr sz="1950" b="1">
                <a:solidFill>
                  <a:srgbClr val="FFFFFF"/>
                </a:solidFill>
                <a:latin typeface="Yu Gothic UI"/>
                <a:ea typeface="Yu Gothic UI"/>
                <a:cs typeface="Yu Gothic UI"/>
              </a:rPr>
              <a:t>1  Manager</a:t>
            </a:r>
          </a:p>
          <a:p xmlns:a="http://schemas.openxmlformats.org/drawingml/2006/main">
            <a:pPr algn="l">
              <a:lnSpc>
                <a:spcPct val="122000"/>
              </a:lnSpc>
              <a:buNone/>
              <a:defRPr sz="1950" b="1">
                <a:solidFill>
                  <a:srgbClr val="FFFFFF"/>
                </a:solidFill>
                <a:latin typeface="Yu Gothic UI"/>
                <a:ea typeface="Yu Gothic UI"/>
                <a:cs typeface="Yu Gothic UI"/>
              </a:defRPr>
            </a:pPr>
            <a:r>
              <a:rPr sz="1950" b="1">
                <a:solidFill>
                  <a:srgbClr val="FFFFFF"/>
                </a:solidFill>
                <a:latin typeface="Yu Gothic UI"/>
                <a:ea typeface="Yu Gothic UI"/>
                <a:cs typeface="Yu Gothic UI"/>
              </a:rPr>
              <a:t>　プロンプトと進行状況</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2000"/>
              </a:lnSpc>
              <a:buNone/>
              <a:defRPr sz="1950" b="1">
                <a:solidFill>
                  <a:srgbClr val="FFFFFF"/>
                </a:solidFill>
                <a:latin typeface="Yu Gothic UI"/>
                <a:ea typeface="Yu Gothic UI"/>
                <a:cs typeface="Yu Gothic UI"/>
              </a:defRPr>
            </a:pPr>
            <a:r>
              <a:rPr sz="1950" b="1">
                <a:solidFill>
                  <a:srgbClr val="FFFFFF"/>
                </a:solidFill>
                <a:latin typeface="Yu Gothic UI"/>
                <a:ea typeface="Yu Gothic UI"/>
                <a:cs typeface="Yu Gothic UI"/>
              </a:rPr>
              <a:t>2  Editor / Terminal</a:t>
            </a:r>
          </a:p>
          <a:p xmlns:a="http://schemas.openxmlformats.org/drawingml/2006/main">
            <a:pPr algn="l">
              <a:lnSpc>
                <a:spcPct val="122000"/>
              </a:lnSpc>
              <a:buNone/>
              <a:defRPr sz="1950" b="1">
                <a:solidFill>
                  <a:srgbClr val="FFFFFF"/>
                </a:solidFill>
                <a:latin typeface="Yu Gothic UI"/>
                <a:ea typeface="Yu Gothic UI"/>
                <a:cs typeface="Yu Gothic UI"/>
              </a:defRPr>
            </a:pPr>
            <a:r>
              <a:rPr sz="1950" b="1">
                <a:solidFill>
                  <a:srgbClr val="FFFFFF"/>
                </a:solidFill>
                <a:latin typeface="Yu Gothic UI"/>
                <a:ea typeface="Yu Gothic UI"/>
                <a:cs typeface="Yu Gothic UI"/>
              </a:rPr>
              <a:t>　変更ファイルと実行内容</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2000"/>
              </a:lnSpc>
              <a:buNone/>
              <a:defRPr sz="1950" b="1">
                <a:solidFill>
                  <a:srgbClr val="FFFFFF"/>
                </a:solidFill>
                <a:latin typeface="Yu Gothic UI"/>
                <a:ea typeface="Yu Gothic UI"/>
                <a:cs typeface="Yu Gothic UI"/>
              </a:defRPr>
            </a:pPr>
            <a:r>
              <a:rPr sz="1950" b="1">
                <a:solidFill>
                  <a:srgbClr val="FFFFFF"/>
                </a:solidFill>
                <a:latin typeface="Yu Gothic UI"/>
                <a:ea typeface="Yu Gothic UI"/>
                <a:cs typeface="Yu Gothic UI"/>
              </a:rPr>
              <a:t>3  Artifacts / Browser</a:t>
            </a:r>
          </a:p>
          <a:p xmlns:a="http://schemas.openxmlformats.org/drawingml/2006/main">
            <a:pPr algn="l">
              <a:lnSpc>
                <a:spcPct val="122000"/>
              </a:lnSpc>
              <a:buNone/>
              <a:defRPr sz="1950" b="1">
                <a:solidFill>
                  <a:srgbClr val="FFFFFF"/>
                </a:solidFill>
                <a:latin typeface="Yu Gothic UI"/>
                <a:ea typeface="Yu Gothic UI"/>
                <a:cs typeface="Yu Gothic UI"/>
              </a:defRPr>
            </a:pPr>
            <a:r>
              <a:rPr sz="1950" b="1">
                <a:solidFill>
                  <a:srgbClr val="FFFFFF"/>
                </a:solidFill>
                <a:latin typeface="Yu Gothic UI"/>
                <a:ea typeface="Yu Gothic UI"/>
                <a:cs typeface="Yu Gothic UI"/>
              </a:rPr>
              <a:t>　成果と確認結果</a:t>
            </a:r>
          </a:p>
        </p:txBody>
      </p:sp>
      <p:sp>
        <p:nvSpPr>
          <p:cNvPr id="13" name="Rectangle 12">
            <a:extLst xmlns:a="http://schemas.openxmlformats.org/drawingml/2006/main">
              <a:ext uri="{FF2B5EF4-FFF2-40B4-BE49-F238E27FC236}">
                <a16:creationId xmlns:a16="http://schemas.microsoft.com/office/drawing/2014/main" id="{6A9FB01C-28CD-4D29-B9D7-FDFC7F4D294E}"/>
              </a:ext>
            </a:extLst>
          </p:cNvPr>
          <p:cNvSpPr>
            <a:spLocks xmlns:a="http://schemas.openxmlformats.org/drawingml/2006/main" noGrp="1"/>
          </p:cNvSpPr>
          <p:nvPr/>
        </p:nvSpPr>
        <p:spPr>
          <a:xfrm xmlns:a="http://schemas.openxmlformats.org/drawingml/2006/main">
            <a:off x="4953000" y="1485900"/>
            <a:ext cx="6591300" cy="4495800"/>
          </a:xfrm>
          <a:prstGeom xmlns:a="http://schemas.openxmlformats.org/drawingml/2006/main" prst="roundRect">
            <a:avLst>
              <a:gd name="adj" fmla="val 1271"/>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09550" tIns="95250" rIns="209550" bIns="0" anchor="t">
            <a:noAutofit/>
          </a:bodyPr>
          <a:lstStyle xmlns:a="http://schemas.openxmlformats.org/drawingml/2006/main"/>
          <a:p xmlns:a="http://schemas.openxmlformats.org/drawingml/2006/main">
            <a:pPr algn="r">
              <a:lnSpc>
                <a:spcPct val="114000"/>
              </a:lnSpc>
              <a:buNone/>
              <a:defRPr sz="1200" b="1">
                <a:solidFill>
                  <a:srgbClr val="526571"/>
                </a:solidFill>
                <a:latin typeface="Yu Gothic UI"/>
                <a:ea typeface="Yu Gothic UI"/>
                <a:cs typeface="Yu Gothic UI"/>
              </a:defRPr>
            </a:pPr>
            <a:r>
              <a:rPr sz="1200" b="1">
                <a:solidFill>
                  <a:srgbClr val="526571"/>
                </a:solidFill>
                <a:latin typeface="Yu Gothic UI"/>
                <a:ea typeface="Yu Gothic UI"/>
                <a:cs typeface="Yu Gothic UI"/>
              </a:rPr>
              <a:t>EDITOR + MANAGER</a:t>
            </a:r>
          </a:p>
        </p:txBody>
      </p:sp>
      <p:pic>
        <p:nvPicPr>
          <p:cNvPr id="28" name="Picture 13"/>
          <p:cNvPicPr>
            <a:picLocks xmlns:a="http://schemas.openxmlformats.org/drawingml/2006/main" noChangeAspect="1"/>
          </p:cNvPicPr>
          <p:nvPr/>
        </p:nvPicPr>
        <p:blipFill>
          <a:blip xmlns:r="http://schemas.openxmlformats.org/officeDocument/2006/relationships" xmlns:a="http://schemas.openxmlformats.org/drawingml/2006/main" r:embed="R1430bfaadcb24b0c"/>
          <a:stretch xmlns:a="http://schemas.openxmlformats.org/drawingml/2006/main">
            <a:fillRect l="0" t="0" r="0" b="0"/>
          </a:stretch>
        </p:blipFill>
        <p:spPr>
          <a:xfrm xmlns:a="http://schemas.openxmlformats.org/drawingml/2006/main">
            <a:off x="0" y="0"/>
            <a:ext cx="9525" cy="952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400028032504e0c"/>
          <a:stretch xmlns:a="http://schemas.openxmlformats.org/drawingml/2006/main"/>
        </p:blipFill>
        <p:spPr>
          <a:xfrm xmlns:a="http://schemas.openxmlformats.org/drawingml/2006/main">
            <a:off x="5162550" y="1980226"/>
            <a:ext cx="6172200" cy="3678597"/>
          </a:xfrm>
          <a:prstGeom xmlns:a="http://schemas.openxmlformats.org/drawingml/2006/main" prst="roundRect">
            <a:avLst>
              <a:gd name="adj" fmla="val 1463"/>
            </a:avLst>
          </a:prstGeom>
        </p:spPr>
      </p:pic>
    </p:spTree>
    <p:extLst>
      <p:ext uri="{BB962C8B-B14F-4D97-AF65-F5344CB8AC3E}">
        <p14:creationId xmlns:p14="http://schemas.microsoft.com/office/powerpoint/2010/main" val="1640357837"/>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26CB7AC-4C6A-43D1-8390-0A35581953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BF193663-A5EE-4C50-94F5-4F317F6D60A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DCDC7B91-A4F8-4EEE-9490-FDC9A65356EE}"/>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267450A9-414D-4210-87BB-7FE8EEC934E0}"/>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PRIMARY PROMPT</a:t>
            </a:r>
          </a:p>
        </p:txBody>
      </p:sp>
      <p:sp>
        <p:nvSpPr>
          <p:cNvPr id="6" name="TextBox 5">
            <a:extLst xmlns:a="http://schemas.openxmlformats.org/drawingml/2006/main">
              <a:ext uri="{FF2B5EF4-FFF2-40B4-BE49-F238E27FC236}">
                <a16:creationId xmlns:a16="http://schemas.microsoft.com/office/drawing/2014/main" id="{7DDBBD43-6CDB-4AC1-BEC7-284DB281B00B}"/>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この1本をコピーして開始します</a:t>
            </a:r>
          </a:p>
        </p:txBody>
      </p:sp>
      <p:sp>
        <p:nvSpPr>
          <p:cNvPr id="7" name="Rectangle 6">
            <a:extLst xmlns:a="http://schemas.openxmlformats.org/drawingml/2006/main">
              <a:ext uri="{FF2B5EF4-FFF2-40B4-BE49-F238E27FC236}">
                <a16:creationId xmlns:a16="http://schemas.microsoft.com/office/drawing/2014/main" id="{B2BEFB2F-03FA-46F9-ADA8-740B6910556C}"/>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6CC85336-3532-402D-986C-B0A621CBF5E9}"/>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D2913A3C-B665-4346-A3A4-77AE8A26ACEC}"/>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06 / 12</a:t>
            </a:r>
          </a:p>
        </p:txBody>
      </p:sp>
      <p:sp>
        <p:nvSpPr>
          <p:cNvPr id="10" name="Rectangle 9">
            <a:extLst xmlns:a="http://schemas.openxmlformats.org/drawingml/2006/main">
              <a:ext uri="{FF2B5EF4-FFF2-40B4-BE49-F238E27FC236}">
                <a16:creationId xmlns:a16="http://schemas.microsoft.com/office/drawing/2014/main" id="{0492DE15-A1C1-4307-BD18-5C0D11C4F7AA}"/>
              </a:ext>
            </a:extLst>
          </p:cNvPr>
          <p:cNvSpPr>
            <a:spLocks xmlns:a="http://schemas.openxmlformats.org/drawingml/2006/main" noGrp="1"/>
          </p:cNvSpPr>
          <p:nvPr/>
        </p:nvSpPr>
        <p:spPr>
          <a:xfrm xmlns:a="http://schemas.openxmlformats.org/drawingml/2006/main">
            <a:off x="647700" y="1562100"/>
            <a:ext cx="10896600" cy="4381500"/>
          </a:xfrm>
          <a:prstGeom xmlns:a="http://schemas.openxmlformats.org/drawingml/2006/main" prst="roundRect">
            <a:avLst>
              <a:gd name="adj" fmla="val 1304"/>
            </a:avLst>
          </a:prstGeom>
          <a:solidFill xmlns:a="http://schemas.openxmlformats.org/drawingml/2006/main">
            <a:srgbClr val="071A2B"/>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47650" tIns="209550" rIns="247650" bIns="0" anchor="t">
            <a:noAutofit/>
          </a:bodyPr>
          <a:lstStyle xmlns:a="http://schemas.openxmlformats.org/drawingml/2006/main"/>
          <a:p xmlns:a="http://schemas.openxmlformats.org/drawingml/2006/main">
            <a:pPr algn="r">
              <a:lnSpc>
                <a:spcPct val="114000"/>
              </a:lnSpc>
              <a:buNone/>
              <a:defRPr sz="1650" b="1">
                <a:solidFill>
                  <a:srgbClr val="FFFFFF"/>
                </a:solidFill>
                <a:latin typeface="Yu Gothic UI"/>
                <a:ea typeface="Yu Gothic UI"/>
                <a:cs typeface="Yu Gothic UI"/>
              </a:defRPr>
            </a:pPr>
            <a:r>
              <a:rPr sz="1650" b="1">
                <a:solidFill>
                  <a:srgbClr val="FFFFFF"/>
                </a:solidFill>
                <a:latin typeface="Yu Gothic UI"/>
                <a:ea typeface="Yu Gothic UI"/>
                <a:cs typeface="Yu Gothic UI"/>
              </a:rPr>
              <a:t>入力・出力・確認を一度に指定</a:t>
            </a:r>
          </a:p>
        </p:txBody>
      </p:sp>
      <p:sp>
        <p:nvSpPr>
          <p:cNvPr id="11" name="TextBox 10">
            <a:extLst xmlns:a="http://schemas.openxmlformats.org/drawingml/2006/main">
              <a:ext uri="{FF2B5EF4-FFF2-40B4-BE49-F238E27FC236}">
                <a16:creationId xmlns:a16="http://schemas.microsoft.com/office/drawing/2014/main" id="{D794E228-76DA-4473-85C1-4C12D945B0BC}"/>
              </a:ext>
            </a:extLst>
          </p:cNvPr>
          <p:cNvSpPr>
            <a:spLocks xmlns:a="http://schemas.openxmlformats.org/drawingml/2006/main" noGrp="1"/>
          </p:cNvSpPr>
          <p:nvPr/>
        </p:nvSpPr>
        <p:spPr>
          <a:xfrm xmlns:a="http://schemas.openxmlformats.org/drawingml/2006/main">
            <a:off x="895350" y="1790700"/>
            <a:ext cx="1809750" cy="342900"/>
          </a:xfrm>
          <a:prstGeom xmlns:a="http://schemas.openxmlformats.org/drawingml/2006/main" prst="roundRect">
            <a:avLst>
              <a:gd name="adj" fmla="val 16667"/>
            </a:avLst>
          </a:prstGeom>
          <a:solidFill xmlns:a="http://schemas.openxmlformats.org/drawingml/2006/main">
            <a:srgbClr val="EF7E00"/>
          </a:solidFill>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lnSpc>
                <a:spcPct val="114000"/>
              </a:lnSpc>
              <a:buNone/>
              <a:defRPr sz="1650" b="1">
                <a:solidFill>
                  <a:srgbClr val="071A2B"/>
                </a:solidFill>
                <a:latin typeface="Yu Gothic UI"/>
                <a:ea typeface="Yu Gothic UI"/>
                <a:cs typeface="Yu Gothic UI"/>
              </a:defRPr>
            </a:pPr>
            <a:r>
              <a:rPr sz="1650" b="1">
                <a:solidFill>
                  <a:srgbClr val="071A2B"/>
                </a:solidFill>
                <a:latin typeface="Yu Gothic UI"/>
                <a:ea typeface="Yu Gothic UI"/>
                <a:cs typeface="Yu Gothic UI"/>
              </a:rPr>
              <a:t>そのまま貼る</a:t>
            </a:r>
          </a:p>
        </p:txBody>
      </p:sp>
      <p:sp>
        <p:nvSpPr>
          <p:cNvPr id="12" name="TextBox 11">
            <a:extLst xmlns:a="http://schemas.openxmlformats.org/drawingml/2006/main">
              <a:ext uri="{FF2B5EF4-FFF2-40B4-BE49-F238E27FC236}">
                <a16:creationId xmlns:a16="http://schemas.microsoft.com/office/drawing/2014/main" id="{F0A47CA3-42F3-4FE6-B0AB-EADCDB5D403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rgbClr val="334155"/>
                </a:solidFill>
                <a:latin typeface="Yu Gothic UI"/>
                <a:ea typeface="Yu Gothic UI"/>
                <a:cs typeface="Yu Gothic UI"/>
              </a:rPr>
              <a:t/>
            </a:r>
          </a:p>
        </p:txBody>
      </p:sp>
      <p:sp>
        <p:nvSpPr>
          <p:cNvPr id="13" name="Rectangle 12">
            <a:extLst xmlns:a="http://schemas.openxmlformats.org/drawingml/2006/main">
              <a:ext uri="{FF2B5EF4-FFF2-40B4-BE49-F238E27FC236}">
                <a16:creationId xmlns:a16="http://schemas.microsoft.com/office/drawing/2014/main" id="{FB4A705D-A35B-46ED-8CB9-A161D5A3DEB3}"/>
              </a:ext>
            </a:extLst>
          </p:cNvPr>
          <p:cNvSpPr>
            <a:spLocks xmlns:a="http://schemas.openxmlformats.org/drawingml/2006/main" noGrp="1"/>
          </p:cNvSpPr>
          <p:nvPr/>
        </p:nvSpPr>
        <p:spPr>
          <a:xfrm xmlns:a="http://schemas.openxmlformats.org/drawingml/2006/main">
            <a:off x="895350" y="2343150"/>
            <a:ext cx="10401300" cy="3105150"/>
          </a:xfrm>
          <a:prstGeom xmlns:a="http://schemas.openxmlformats.org/drawingml/2006/main" prst="roundRect">
            <a:avLst>
              <a:gd name="adj" fmla="val 1840"/>
            </a:avLst>
          </a:prstGeom>
          <a:solidFill xmlns:a="http://schemas.openxmlformats.org/drawingml/2006/main">
            <a:srgbClr val="10283A"/>
          </a:solidFill>
          <a:ln xmlns:a="http://schemas.openxmlformats.org/drawingml/2006/main" w="9525">
            <a:solidFill>
              <a:srgbClr val="365467"/>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47650" tIns="228600" rIns="247650" bIns="171450" anchor="t">
            <a:noAutofit/>
          </a:bodyPr>
          <a:lstStyle xmlns:a="http://schemas.openxmlformats.org/drawingml/2006/main"/>
          <a:p xmlns:a="http://schemas.openxmlformats.org/drawingml/2006/main">
            <a:pPr algn="l">
              <a:lnSpc>
                <a:spcPct val="110000"/>
              </a:lnSpc>
              <a:buNone/>
              <a:defRPr sz="1875" b="0">
                <a:solidFill>
                  <a:srgbClr val="FFFFFF"/>
                </a:solidFill>
                <a:latin typeface="Yu Gothic UI"/>
                <a:ea typeface="Yu Gothic UI"/>
                <a:cs typeface="Yu Gothic UI"/>
              </a:defRPr>
            </a:pPr>
            <a:r>
              <a:rPr sz="1875" b="0">
                <a:solidFill>
                  <a:srgbClr val="FFFFFF"/>
                </a:solidFill>
                <a:latin typeface="Yu Gothic UI"/>
                <a:ea typeface="Yu Gothic UI"/>
                <a:cs typeface="Yu Gothic UI"/>
              </a:rPr>
              <a:t>@docs/demo/antigravity_workshop/input/</a:t>
            </a:r>
          </a:p>
          <a:p xmlns:a="http://schemas.openxmlformats.org/drawingml/2006/main">
            <a:pPr algn="l">
              <a:lnSpc>
                <a:spcPct val="110000"/>
              </a:lnSpc>
              <a:buNone/>
              <a:defRPr sz="1875" b="0">
                <a:solidFill>
                  <a:srgbClr val="FFFFFF"/>
                </a:solidFill>
                <a:latin typeface="Yu Gothic UI"/>
                <a:ea typeface="Yu Gothic UI"/>
                <a:cs typeface="Yu Gothic UI"/>
              </a:defRPr>
            </a:pPr>
            <a:r>
              <a:rPr sz="1875" b="0">
                <a:solidFill>
                  <a:srgbClr val="FFFFFF"/>
                </a:solidFill>
                <a:latin typeface="Yu Gothic UI"/>
                <a:ea typeface="Yu Gothic UI"/>
                <a:cs typeface="Yu Gothic UI"/>
              </a:rPr>
              <a:t>customer_interview_memo.md を読み、</a:t>
            </a:r>
          </a:p>
          <a:p xmlns:a="http://schemas.openxmlformats.org/drawingml/2006/main">
            <a:pPr algn="l">
              <a:lnSpc>
                <a:spcPct val="110000"/>
              </a:lnSpc>
              <a:buNone/>
              <a:defRPr sz="1875" b="0">
                <a:solidFill>
                  <a:srgbClr val="FFFFFF"/>
                </a:solidFill>
                <a:latin typeface="Yu Gothic UI"/>
                <a:ea typeface="Yu Gothic UI"/>
                <a:cs typeface="Yu Gothic UI"/>
              </a:defRPr>
            </a:pPr>
            <a:r>
              <a:rPr sz="1875" b="0">
                <a:solidFill>
                  <a:srgbClr val="FFFFFF"/>
                </a:solidFill>
                <a:latin typeface="Yu Gothic UI"/>
                <a:ea typeface="Yu Gothic UI"/>
                <a:cs typeface="Yu Gothic UI"/>
              </a:rPr>
              <a:t>output/index.html を作成してください。</a:t>
            </a:r>
          </a:p>
          <a:p xmlns:a="http://schemas.openxmlformats.org/drawingml/2006/main">
            <a:pPr algn="ctr">
              <a:buNone/>
            </a:pPr>
            <a:r>
              <a:t/>
            </a:r>
          </a:p>
          <a:p xmlns:a="http://schemas.openxmlformats.org/drawingml/2006/main">
            <a:pPr algn="l">
              <a:lnSpc>
                <a:spcPct val="110000"/>
              </a:lnSpc>
              <a:buNone/>
              <a:defRPr sz="1875" b="0">
                <a:solidFill>
                  <a:srgbClr val="FFFFFF"/>
                </a:solidFill>
                <a:latin typeface="Yu Gothic UI"/>
                <a:ea typeface="Yu Gothic UI"/>
                <a:cs typeface="Yu Gothic UI"/>
              </a:defRPr>
            </a:pPr>
            <a:r>
              <a:rPr sz="1875" b="0">
                <a:solidFill>
                  <a:srgbClr val="FFFFFF"/>
                </a:solidFill>
                <a:latin typeface="Yu Gothic UI"/>
                <a:ea typeface="Yu Gothic UI"/>
                <a:cs typeface="Yu Gothic UI"/>
              </a:rPr>
              <a:t>HTML/CSSだけで、顧客課題／提案／適合スコア／</a:t>
            </a:r>
          </a:p>
          <a:p xmlns:a="http://schemas.openxmlformats.org/drawingml/2006/main">
            <a:pPr algn="l">
              <a:lnSpc>
                <a:spcPct val="110000"/>
              </a:lnSpc>
              <a:buNone/>
              <a:defRPr sz="1875" b="0">
                <a:solidFill>
                  <a:srgbClr val="FFFFFF"/>
                </a:solidFill>
                <a:latin typeface="Yu Gothic UI"/>
                <a:ea typeface="Yu Gothic UI"/>
                <a:cs typeface="Yu Gothic UI"/>
              </a:defRPr>
            </a:pPr>
            <a:r>
              <a:rPr sz="1875" b="0">
                <a:solidFill>
                  <a:srgbClr val="FFFFFF"/>
                </a:solidFill>
                <a:latin typeface="Yu Gothic UI"/>
                <a:ea typeface="Yu Gothic UI"/>
                <a:cs typeface="Yu Gothic UI"/>
              </a:rPr>
              <a:t>次アクションを1画面に表示。既存ファイルは変更せず、</a:t>
            </a:r>
          </a:p>
          <a:p xmlns:a="http://schemas.openxmlformats.org/drawingml/2006/main">
            <a:pPr algn="l">
              <a:lnSpc>
                <a:spcPct val="110000"/>
              </a:lnSpc>
              <a:buNone/>
              <a:defRPr sz="1875" b="0">
                <a:solidFill>
                  <a:srgbClr val="FFFFFF"/>
                </a:solidFill>
                <a:latin typeface="Yu Gothic UI"/>
                <a:ea typeface="Yu Gothic UI"/>
                <a:cs typeface="Yu Gothic UI"/>
              </a:defRPr>
            </a:pPr>
            <a:r>
              <a:rPr sz="1875" b="0">
                <a:solidFill>
                  <a:srgbClr val="FFFFFF"/>
                </a:solidFill>
                <a:latin typeface="Yu Gothic UI"/>
                <a:ea typeface="Yu Gothic UI"/>
                <a:cs typeface="Yu Gothic UI"/>
              </a:rPr>
              <a:t>ブラウザで4項目・文字切れ・モバイル幅を確認。</a:t>
            </a:r>
          </a:p>
          <a:p xmlns:a="http://schemas.openxmlformats.org/drawingml/2006/main">
            <a:pPr algn="l">
              <a:lnSpc>
                <a:spcPct val="110000"/>
              </a:lnSpc>
              <a:buNone/>
              <a:defRPr sz="1875" b="0">
                <a:solidFill>
                  <a:srgbClr val="FFFFFF"/>
                </a:solidFill>
                <a:latin typeface="Yu Gothic UI"/>
                <a:ea typeface="Yu Gothic UI"/>
                <a:cs typeface="Yu Gothic UI"/>
              </a:defRPr>
            </a:pPr>
            <a:r>
              <a:rPr sz="1875" b="0">
                <a:solidFill>
                  <a:srgbClr val="FFFFFF"/>
                </a:solidFill>
                <a:latin typeface="Yu Gothic UI"/>
                <a:ea typeface="Yu Gothic UI"/>
                <a:cs typeface="Yu Gothic UI"/>
              </a:rPr>
              <a:t>最後に変更／確認／未解決を3行で報告する。</a:t>
            </a:r>
          </a:p>
        </p:txBody>
      </p:sp>
      <p:sp>
        <p:nvSpPr>
          <p:cNvPr id="14" name="TextBox 13">
            <a:extLst xmlns:a="http://schemas.openxmlformats.org/drawingml/2006/main">
              <a:ext uri="{FF2B5EF4-FFF2-40B4-BE49-F238E27FC236}">
                <a16:creationId xmlns:a16="http://schemas.microsoft.com/office/drawing/2014/main" id="{CFC3497B-E8DC-46EE-BFEF-FD53ECFE21F6}"/>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0F172A"/>
                </a:solidFill>
                <a:latin typeface="Yu Gothic UI"/>
                <a:ea typeface="Yu Gothic UI"/>
                <a:cs typeface="Yu Gothic UI"/>
              </a:rPr>
              <a:t/>
            </a:r>
          </a:p>
        </p:txBody>
      </p:sp>
      <p:sp>
        <p:nvSpPr>
          <p:cNvPr id="15" name="TextBox 14">
            <a:extLst xmlns:a="http://schemas.openxmlformats.org/drawingml/2006/main">
              <a:ext uri="{FF2B5EF4-FFF2-40B4-BE49-F238E27FC236}">
                <a16:creationId xmlns:a16="http://schemas.microsoft.com/office/drawing/2014/main" id="{5CCA626B-312F-4B39-82B3-1DA1069B4FF7}"/>
              </a:ext>
            </a:extLst>
          </p:cNvPr>
          <p:cNvSpPr>
            <a:spLocks xmlns:a="http://schemas.openxmlformats.org/drawingml/2006/main" noGrp="1"/>
          </p:cNvSpPr>
          <p:nvPr/>
        </p:nvSpPr>
        <p:spPr>
          <a:xfrm xmlns:a="http://schemas.openxmlformats.org/drawingml/2006/main">
            <a:off x="895350" y="558165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0">
                <a:solidFill>
                  <a:srgbClr val="AFC6D5"/>
                </a:solidFill>
                <a:latin typeface="Yu Gothic UI"/>
                <a:ea typeface="Yu Gothic UI"/>
                <a:cs typeface="Yu Gothic UI"/>
              </a:defRPr>
            </a:pPr>
            <a:r>
              <a:rPr sz="1275" b="0">
                <a:solidFill>
                  <a:srgbClr val="AFC6D5"/>
                </a:solidFill>
                <a:latin typeface="Yu Gothic UI"/>
                <a:ea typeface="Yu Gothic UI"/>
                <a:cs typeface="Yu Gothic UI"/>
              </a:rPr>
              <a:t>正本: docs/demo/antigravity_workshop/MAIN_PROMPT.txt</a:t>
            </a:r>
          </a:p>
        </p:txBody>
      </p:sp>
      <p:sp>
        <p:nvSpPr>
          <p:cNvPr id="16" name="Rectangle 15">
            <a:extLst xmlns:a="http://schemas.openxmlformats.org/drawingml/2006/main">
              <a:ext uri="{FF2B5EF4-FFF2-40B4-BE49-F238E27FC236}">
                <a16:creationId xmlns:a16="http://schemas.microsoft.com/office/drawing/2014/main" id="{E908B09F-9874-4840-9F18-C5C4A00551F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pic>
        <p:nvPicPr>
          <p:cNvPr id="33" name="Picture 16"/>
          <p:cNvPicPr>
            <a:picLocks xmlns:a="http://schemas.openxmlformats.org/drawingml/2006/main" noChangeAspect="1"/>
          </p:cNvPicPr>
          <p:nvPr/>
        </p:nvPicPr>
        <p:blipFill>
          <a:blip xmlns:r="http://schemas.openxmlformats.org/officeDocument/2006/relationships" xmlns:a="http://schemas.openxmlformats.org/drawingml/2006/main" r:embed="R0959a29e860e4fc4"/>
          <a:stretch xmlns:a="http://schemas.openxmlformats.org/drawingml/2006/main">
            <a:fillRect l="0" t="0" r="0" b="0"/>
          </a:stretch>
        </p:blipFill>
        <p:spPr>
          <a:xfrm xmlns:a="http://schemas.openxmlformats.org/drawingml/2006/main">
            <a:off x="0" y="0"/>
            <a:ext cx="9525" cy="9525"/>
          </a:xfrm>
          <a:prstGeom xmlns:a="http://schemas.openxmlformats.org/drawingml/2006/main" prst="rect">
            <a:avLst/>
          </a:prstGeom>
        </p:spPr>
      </p:pic>
    </p:spTree>
    <p:extLst>
      <p:ext uri="{BB962C8B-B14F-4D97-AF65-F5344CB8AC3E}">
        <p14:creationId xmlns:p14="http://schemas.microsoft.com/office/powerpoint/2010/main" val="10792907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451BB22-5A9D-498B-B4A7-832312C608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8450AFC5-3358-459D-BAE9-3CD63253475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58B33D43-0D18-404E-A4B5-426E0E37B758}"/>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2C9D38E9-F2F1-4C60-B862-159212F7F4CC}"/>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OBSERVE</a:t>
            </a:r>
          </a:p>
        </p:txBody>
      </p:sp>
      <p:sp>
        <p:nvSpPr>
          <p:cNvPr id="6" name="TextBox 5">
            <a:extLst xmlns:a="http://schemas.openxmlformats.org/drawingml/2006/main">
              <a:ext uri="{FF2B5EF4-FFF2-40B4-BE49-F238E27FC236}">
                <a16:creationId xmlns:a16="http://schemas.microsoft.com/office/drawing/2014/main" id="{F9DBFE0E-4D5A-40D9-86E0-B5A15118F616}"/>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送信後は4場面だけを見せます</a:t>
            </a:r>
          </a:p>
        </p:txBody>
      </p:sp>
      <p:sp>
        <p:nvSpPr>
          <p:cNvPr id="7" name="Rectangle 6">
            <a:extLst xmlns:a="http://schemas.openxmlformats.org/drawingml/2006/main">
              <a:ext uri="{FF2B5EF4-FFF2-40B4-BE49-F238E27FC236}">
                <a16:creationId xmlns:a16="http://schemas.microsoft.com/office/drawing/2014/main" id="{00349D2D-B546-4350-A909-C9C9385D2F75}"/>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CD8F1CF6-78B1-4776-843B-6F1DEA0B7639}"/>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84EFCE2C-0A87-417F-8CF7-76A7F464F6C0}"/>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07 / 12</a:t>
            </a:r>
          </a:p>
        </p:txBody>
      </p:sp>
      <p:sp>
        <p:nvSpPr>
          <p:cNvPr id="10" name="Rectangle 9">
            <a:extLst xmlns:a="http://schemas.openxmlformats.org/drawingml/2006/main">
              <a:ext uri="{FF2B5EF4-FFF2-40B4-BE49-F238E27FC236}">
                <a16:creationId xmlns:a16="http://schemas.microsoft.com/office/drawing/2014/main" id="{81CE107E-C71F-4DFD-AE39-41627BF7ECF3}"/>
              </a:ext>
            </a:extLst>
          </p:cNvPr>
          <p:cNvSpPr>
            <a:spLocks xmlns:a="http://schemas.openxmlformats.org/drawingml/2006/main" noGrp="1"/>
          </p:cNvSpPr>
          <p:nvPr/>
        </p:nvSpPr>
        <p:spPr>
          <a:xfrm xmlns:a="http://schemas.openxmlformats.org/drawingml/2006/main">
            <a:off x="647700" y="1676400"/>
            <a:ext cx="5314950" cy="4114800"/>
          </a:xfrm>
          <a:prstGeom xmlns:a="http://schemas.openxmlformats.org/drawingml/2006/main" prst="roundRect">
            <a:avLst>
              <a:gd name="adj" fmla="val 1389"/>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209550" rIns="266700" bIns="0" anchor="t">
            <a:noAutofit/>
          </a:bodyPr>
          <a:lstStyle xmlns:a="http://schemas.openxmlformats.org/drawingml/2006/main"/>
          <a:p xmlns:a="http://schemas.openxmlformats.org/drawingml/2006/main">
            <a:pPr algn="l">
              <a:lnSpc>
                <a:spcPct val="114000"/>
              </a:lnSpc>
              <a:buNone/>
              <a:defRPr sz="2325" b="1">
                <a:solidFill>
                  <a:srgbClr val="00A5E3"/>
                </a:solidFill>
                <a:latin typeface="Yu Gothic UI"/>
                <a:ea typeface="Yu Gothic UI"/>
                <a:cs typeface="Yu Gothic UI"/>
              </a:defRPr>
            </a:pPr>
            <a:r>
              <a:rPr sz="2325" b="1">
                <a:solidFill>
                  <a:srgbClr val="00A5E3"/>
                </a:solidFill>
                <a:latin typeface="Yu Gothic UI"/>
                <a:ea typeface="Yu Gothic UI"/>
                <a:cs typeface="Yu Gothic UI"/>
              </a:rPr>
              <a:t>実況する順番</a:t>
            </a:r>
          </a:p>
        </p:txBody>
      </p:sp>
      <p:sp>
        <p:nvSpPr>
          <p:cNvPr id="11" name="TextBox 10">
            <a:extLst xmlns:a="http://schemas.openxmlformats.org/drawingml/2006/main">
              <a:ext uri="{FF2B5EF4-FFF2-40B4-BE49-F238E27FC236}">
                <a16:creationId xmlns:a16="http://schemas.microsoft.com/office/drawing/2014/main" id="{E904AEAD-D46C-4152-AC73-6BCBC81AC93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B2545"/>
                </a:solidFill>
                <a:latin typeface="Yu Gothic UI"/>
                <a:ea typeface="Yu Gothic UI"/>
                <a:cs typeface="Yu Gothic UI"/>
              </a:rPr>
              <a:t/>
            </a:r>
          </a:p>
        </p:txBody>
      </p:sp>
      <p:sp>
        <p:nvSpPr>
          <p:cNvPr id="12" name="TextBox 11">
            <a:extLst xmlns:a="http://schemas.openxmlformats.org/drawingml/2006/main">
              <a:ext uri="{FF2B5EF4-FFF2-40B4-BE49-F238E27FC236}">
                <a16:creationId xmlns:a16="http://schemas.microsoft.com/office/drawing/2014/main" id="{806581E5-1AB2-4BBA-A1CF-E374F14A6096}"/>
              </a:ext>
            </a:extLst>
          </p:cNvPr>
          <p:cNvSpPr>
            <a:spLocks xmlns:a="http://schemas.openxmlformats.org/drawingml/2006/main" noGrp="1"/>
          </p:cNvSpPr>
          <p:nvPr/>
        </p:nvSpPr>
        <p:spPr>
          <a:xfrm xmlns:a="http://schemas.openxmlformats.org/drawingml/2006/main">
            <a:off x="914400" y="2609850"/>
            <a:ext cx="4762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950" b="0">
                <a:solidFill>
                  <a:srgbClr val="14212B"/>
                </a:solidFill>
                <a:latin typeface="Yu Gothic UI"/>
                <a:ea typeface="Yu Gothic UI"/>
                <a:cs typeface="Yu Gothic UI"/>
              </a:defRPr>
            </a:pPr>
            <a:r>
              <a:rPr sz="1950" b="0">
                <a:solidFill>
                  <a:srgbClr val="14212B"/>
                </a:solidFill>
                <a:latin typeface="Yu Gothic UI"/>
                <a:ea typeface="Yu Gothic UI"/>
                <a:cs typeface="Yu Gothic UI"/>
              </a:rPr>
              <a:t>01  Plan　出力先と禁止事項</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0000"/>
              </a:lnSpc>
              <a:buNone/>
              <a:defRPr sz="1950" b="0">
                <a:solidFill>
                  <a:srgbClr val="14212B"/>
                </a:solidFill>
                <a:latin typeface="Yu Gothic UI"/>
                <a:ea typeface="Yu Gothic UI"/>
                <a:cs typeface="Yu Gothic UI"/>
              </a:defRPr>
            </a:pPr>
            <a:r>
              <a:rPr sz="1950" b="0">
                <a:solidFill>
                  <a:srgbClr val="14212B"/>
                </a:solidFill>
                <a:latin typeface="Yu Gothic UI"/>
                <a:ea typeface="Yu Gothic UI"/>
                <a:cs typeface="Yu Gothic UI"/>
              </a:rPr>
              <a:t>02  Edit　index.htmlだけを変更</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0000"/>
              </a:lnSpc>
              <a:buNone/>
              <a:defRPr sz="1950" b="0">
                <a:solidFill>
                  <a:srgbClr val="14212B"/>
                </a:solidFill>
                <a:latin typeface="Yu Gothic UI"/>
                <a:ea typeface="Yu Gothic UI"/>
                <a:cs typeface="Yu Gothic UI"/>
              </a:defRPr>
            </a:pPr>
            <a:r>
              <a:rPr sz="1950" b="0">
                <a:solidFill>
                  <a:srgbClr val="14212B"/>
                </a:solidFill>
                <a:latin typeface="Yu Gothic UI"/>
                <a:ea typeface="Yu Gothic UI"/>
                <a:cs typeface="Yu Gothic UI"/>
              </a:rPr>
              <a:t>03  Browser　4項目と表示幅を確認</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0000"/>
              </a:lnSpc>
              <a:buNone/>
              <a:defRPr sz="1950" b="0">
                <a:solidFill>
                  <a:srgbClr val="14212B"/>
                </a:solidFill>
                <a:latin typeface="Yu Gothic UI"/>
                <a:ea typeface="Yu Gothic UI"/>
                <a:cs typeface="Yu Gothic UI"/>
              </a:defRPr>
            </a:pPr>
            <a:r>
              <a:rPr sz="1950" b="0">
                <a:solidFill>
                  <a:srgbClr val="14212B"/>
                </a:solidFill>
                <a:latin typeface="Yu Gothic UI"/>
                <a:ea typeface="Yu Gothic UI"/>
                <a:cs typeface="Yu Gothic UI"/>
              </a:rPr>
              <a:t>04  Report　変更／確認／未解決を3行</a:t>
            </a:r>
          </a:p>
        </p:txBody>
      </p:sp>
      <p:sp>
        <p:nvSpPr>
          <p:cNvPr id="13" name="Rectangle 12">
            <a:extLst xmlns:a="http://schemas.openxmlformats.org/drawingml/2006/main">
              <a:ext uri="{FF2B5EF4-FFF2-40B4-BE49-F238E27FC236}">
                <a16:creationId xmlns:a16="http://schemas.microsoft.com/office/drawing/2014/main" id="{6A9FB01C-28CD-4D29-B9D7-FDFC7F4D294E}"/>
              </a:ext>
            </a:extLst>
          </p:cNvPr>
          <p:cNvSpPr>
            <a:spLocks xmlns:a="http://schemas.openxmlformats.org/drawingml/2006/main" noGrp="1"/>
          </p:cNvSpPr>
          <p:nvPr/>
        </p:nvSpPr>
        <p:spPr>
          <a:xfrm xmlns:a="http://schemas.openxmlformats.org/drawingml/2006/main">
            <a:off x="6229350" y="1676400"/>
            <a:ext cx="5314950" cy="4114800"/>
          </a:xfrm>
          <a:prstGeom xmlns:a="http://schemas.openxmlformats.org/drawingml/2006/main" prst="roundRect">
            <a:avLst>
              <a:gd name="adj" fmla="val 1389"/>
            </a:avLst>
          </a:prstGeom>
          <a:solidFill xmlns:a="http://schemas.openxmlformats.org/drawingml/2006/main">
            <a:srgbClr val="071A2B"/>
          </a:solidFill>
          <a:ln xmlns:a="http://schemas.openxmlformats.org/drawingml/2006/main" w="9525">
            <a:solidFill>
              <a:srgbClr val="365467"/>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28600" tIns="95250" rIns="228600" bIns="0" anchor="t">
            <a:noAutofit/>
          </a:bodyPr>
          <a:lstStyle xmlns:a="http://schemas.openxmlformats.org/drawingml/2006/main"/>
          <a:p xmlns:a="http://schemas.openxmlformats.org/drawingml/2006/main">
            <a:pPr algn="r">
              <a:lnSpc>
                <a:spcPct val="114000"/>
              </a:lnSpc>
              <a:buNone/>
              <a:defRPr sz="1200" b="1">
                <a:solidFill>
                  <a:srgbClr val="FFFFFF"/>
                </a:solidFill>
                <a:latin typeface="Yu Gothic UI"/>
                <a:ea typeface="Yu Gothic UI"/>
                <a:cs typeface="Yu Gothic UI"/>
              </a:defRPr>
            </a:pPr>
            <a:r>
              <a:rPr sz="1200" b="1">
                <a:solidFill>
                  <a:srgbClr val="FFFFFF"/>
                </a:solidFill>
                <a:latin typeface="Yu Gothic UI"/>
                <a:ea typeface="Yu Gothic UI"/>
                <a:cs typeface="Yu Gothic UI"/>
              </a:rPr>
              <a:t>AGENTS</a:t>
            </a:r>
          </a:p>
        </p:txBody>
      </p:sp>
      <p:pic>
        <p:nvPicPr>
          <p:cNvPr id="28" name="Picture 13"/>
          <p:cNvPicPr>
            <a:picLocks xmlns:a="http://schemas.openxmlformats.org/drawingml/2006/main" noChangeAspect="1"/>
          </p:cNvPicPr>
          <p:nvPr/>
        </p:nvPicPr>
        <p:blipFill>
          <a:blip xmlns:r="http://schemas.openxmlformats.org/officeDocument/2006/relationships" xmlns:a="http://schemas.openxmlformats.org/drawingml/2006/main" r:embed="Rc3f46b90e28f4c66"/>
          <a:stretch xmlns:a="http://schemas.openxmlformats.org/drawingml/2006/main">
            <a:fillRect l="0" t="0" r="0" b="0"/>
          </a:stretch>
        </p:blipFill>
        <p:spPr>
          <a:xfrm xmlns:a="http://schemas.openxmlformats.org/drawingml/2006/main">
            <a:off x="0" y="0"/>
            <a:ext cx="9525" cy="952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ecf3dcc93174b55"/>
          <a:stretch xmlns:a="http://schemas.openxmlformats.org/drawingml/2006/main"/>
        </p:blipFill>
        <p:spPr>
          <a:xfrm xmlns:a="http://schemas.openxmlformats.org/drawingml/2006/main">
            <a:off x="6457950" y="2110032"/>
            <a:ext cx="4857750" cy="3247536"/>
          </a:xfrm>
          <a:prstGeom xmlns:a="http://schemas.openxmlformats.org/drawingml/2006/main" prst="roundRect">
            <a:avLst>
              <a:gd name="adj" fmla="val 1630"/>
            </a:avLst>
          </a:prstGeom>
        </p:spPr>
      </p:pic>
    </p:spTree>
    <p:extLst>
      <p:ext uri="{BB962C8B-B14F-4D97-AF65-F5344CB8AC3E}">
        <p14:creationId xmlns:p14="http://schemas.microsoft.com/office/powerpoint/2010/main" val="1640357837"/>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2252CDC-5181-467F-ACAF-EE2AA88DB8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E9F527F6-D503-4B3F-8084-EB4894CA454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0C57DC14-0C05-4458-870D-45C92F8FB320}"/>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D3D73127-EDAD-41E0-8EBF-1CCF5E8555DF}"/>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GUARDRAILS</a:t>
            </a:r>
          </a:p>
        </p:txBody>
      </p:sp>
      <p:sp>
        <p:nvSpPr>
          <p:cNvPr id="6" name="TextBox 5">
            <a:extLst xmlns:a="http://schemas.openxmlformats.org/drawingml/2006/main">
              <a:ext uri="{FF2B5EF4-FFF2-40B4-BE49-F238E27FC236}">
                <a16:creationId xmlns:a16="http://schemas.microsoft.com/office/drawing/2014/main" id="{9D49119D-3CD1-4343-A09F-C67FDEEAC6B4}"/>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止める判断も、信頼をつくるデモです</a:t>
            </a:r>
          </a:p>
        </p:txBody>
      </p:sp>
      <p:sp>
        <p:nvSpPr>
          <p:cNvPr id="7" name="Rectangle 6">
            <a:extLst xmlns:a="http://schemas.openxmlformats.org/drawingml/2006/main">
              <a:ext uri="{FF2B5EF4-FFF2-40B4-BE49-F238E27FC236}">
                <a16:creationId xmlns:a16="http://schemas.microsoft.com/office/drawing/2014/main" id="{403AC64C-205F-4054-A3DD-71EB4B436FE9}"/>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74A3AF2D-BF80-4CB1-945D-B3C7CDA7D9DF}"/>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9DFBF4B1-9B57-42B2-96D1-ABB044D720DE}"/>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08 / 12</a:t>
            </a:r>
          </a:p>
        </p:txBody>
      </p:sp>
      <p:sp>
        <p:nvSpPr>
          <p:cNvPr id="10" name="Rectangle 9">
            <a:extLst xmlns:a="http://schemas.openxmlformats.org/drawingml/2006/main">
              <a:ext uri="{FF2B5EF4-FFF2-40B4-BE49-F238E27FC236}">
                <a16:creationId xmlns:a16="http://schemas.microsoft.com/office/drawing/2014/main" id="{CDB7B38F-9B08-4FC7-B331-7312E001262E}"/>
              </a:ext>
            </a:extLst>
          </p:cNvPr>
          <p:cNvSpPr>
            <a:spLocks xmlns:a="http://schemas.openxmlformats.org/drawingml/2006/main" noGrp="1"/>
          </p:cNvSpPr>
          <p:nvPr/>
        </p:nvSpPr>
        <p:spPr>
          <a:xfrm xmlns:a="http://schemas.openxmlformats.org/drawingml/2006/main">
            <a:off x="647700" y="1676400"/>
            <a:ext cx="5219700" cy="4114800"/>
          </a:xfrm>
          <a:prstGeom xmlns:a="http://schemas.openxmlformats.org/drawingml/2006/main" prst="roundRect">
            <a:avLst>
              <a:gd name="adj" fmla="val 1389"/>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209550" rIns="266700" bIns="0" anchor="t">
            <a:noAutofit/>
          </a:bodyPr>
          <a:lstStyle xmlns:a="http://schemas.openxmlformats.org/drawingml/2006/main"/>
          <a:p xmlns:a="http://schemas.openxmlformats.org/drawingml/2006/main">
            <a:pPr algn="l">
              <a:lnSpc>
                <a:spcPct val="114000"/>
              </a:lnSpc>
              <a:buNone/>
              <a:defRPr sz="2250" b="1">
                <a:solidFill>
                  <a:srgbClr val="B83A2D"/>
                </a:solidFill>
                <a:latin typeface="Yu Gothic UI"/>
                <a:ea typeface="Yu Gothic UI"/>
                <a:cs typeface="Yu Gothic UI"/>
              </a:defRPr>
            </a:pPr>
            <a:r>
              <a:rPr sz="2250" b="1">
                <a:solidFill>
                  <a:srgbClr val="B83A2D"/>
                </a:solidFill>
                <a:latin typeface="Yu Gothic UI"/>
                <a:ea typeface="Yu Gothic UI"/>
                <a:cs typeface="Yu Gothic UI"/>
              </a:rPr>
              <a:t>迷ったら拒否して説明する</a:t>
            </a:r>
          </a:p>
        </p:txBody>
      </p:sp>
      <p:sp>
        <p:nvSpPr>
          <p:cNvPr id="11" name="TextBox 10">
            <a:extLst xmlns:a="http://schemas.openxmlformats.org/drawingml/2006/main">
              <a:ext uri="{FF2B5EF4-FFF2-40B4-BE49-F238E27FC236}">
                <a16:creationId xmlns:a16="http://schemas.microsoft.com/office/drawing/2014/main" id="{14A27BA8-01EC-4194-94D2-63E1DF8FF191}"/>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B2545"/>
                </a:solidFill>
                <a:latin typeface="Yu Gothic UI"/>
                <a:ea typeface="Yu Gothic UI"/>
                <a:cs typeface="Yu Gothic UI"/>
              </a:rPr>
              <a:t/>
            </a:r>
          </a:p>
        </p:txBody>
      </p:sp>
      <p:sp>
        <p:nvSpPr>
          <p:cNvPr id="12" name="TextBox 11">
            <a:extLst xmlns:a="http://schemas.openxmlformats.org/drawingml/2006/main">
              <a:ext uri="{FF2B5EF4-FFF2-40B4-BE49-F238E27FC236}">
                <a16:creationId xmlns:a16="http://schemas.microsoft.com/office/drawing/2014/main" id="{C3ADAFF8-4437-4784-9A22-9FE562B7E844}"/>
              </a:ext>
            </a:extLst>
          </p:cNvPr>
          <p:cNvSpPr>
            <a:spLocks xmlns:a="http://schemas.openxmlformats.org/drawingml/2006/main" noGrp="1"/>
          </p:cNvSpPr>
          <p:nvPr/>
        </p:nvSpPr>
        <p:spPr>
          <a:xfrm xmlns:a="http://schemas.openxmlformats.org/drawingml/2006/main">
            <a:off x="914400" y="2571750"/>
            <a:ext cx="46863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公式の優先順位</a:t>
            </a:r>
          </a:p>
          <a:p xmlns:a="http://schemas.openxmlformats.org/drawingml/2006/main">
            <a:pPr algn="l">
              <a:lnSpc>
                <a:spcPct val="115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Deny  &gt;  Ask  &gt;  Allow</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15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承認する</a:t>
            </a:r>
          </a:p>
          <a:p xmlns:a="http://schemas.openxmlformats.org/drawingml/2006/main">
            <a:pPr algn="l">
              <a:lnSpc>
                <a:spcPct val="115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・対象がデモ用フォルダ内</a:t>
            </a:r>
          </a:p>
          <a:p xmlns:a="http://schemas.openxmlformats.org/drawingml/2006/main">
            <a:pPr algn="l">
              <a:lnSpc>
                <a:spcPct val="115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・実行内容を説明できる</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15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拒否する</a:t>
            </a:r>
          </a:p>
          <a:p xmlns:a="http://schemas.openxmlformats.org/drawingml/2006/main">
            <a:pPr algn="l">
              <a:lnSpc>
                <a:spcPct val="115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・顧客／社員／認証情報を要求</a:t>
            </a:r>
          </a:p>
          <a:p xmlns:a="http://schemas.openxmlformats.org/drawingml/2006/main">
            <a:pPr algn="l">
              <a:lnSpc>
                <a:spcPct val="115000"/>
              </a:lnSpc>
              <a:buNone/>
              <a:defRPr sz="1800" b="0">
                <a:solidFill>
                  <a:srgbClr val="14212B"/>
                </a:solidFill>
                <a:latin typeface="Yu Gothic UI"/>
                <a:ea typeface="Yu Gothic UI"/>
                <a:cs typeface="Yu Gothic UI"/>
              </a:defRPr>
            </a:pPr>
            <a:r>
              <a:rPr sz="1800" b="0">
                <a:solidFill>
                  <a:srgbClr val="14212B"/>
                </a:solidFill>
                <a:latin typeface="Yu Gothic UI"/>
                <a:ea typeface="Yu Gothic UI"/>
                <a:cs typeface="Yu Gothic UI"/>
              </a:rPr>
              <a:t>・外部送信や別フォルダへ書き込む</a:t>
            </a:r>
          </a:p>
        </p:txBody>
      </p:sp>
      <p:sp>
        <p:nvSpPr>
          <p:cNvPr id="13" name="Rectangle 12">
            <a:extLst xmlns:a="http://schemas.openxmlformats.org/drawingml/2006/main">
              <a:ext uri="{FF2B5EF4-FFF2-40B4-BE49-F238E27FC236}">
                <a16:creationId xmlns:a16="http://schemas.microsoft.com/office/drawing/2014/main" id="{A6B250AE-FECE-4ED1-9386-1E146A7D05ED}"/>
              </a:ext>
            </a:extLst>
          </p:cNvPr>
          <p:cNvSpPr>
            <a:spLocks xmlns:a="http://schemas.openxmlformats.org/drawingml/2006/main" noGrp="1"/>
          </p:cNvSpPr>
          <p:nvPr/>
        </p:nvSpPr>
        <p:spPr>
          <a:xfrm xmlns:a="http://schemas.openxmlformats.org/drawingml/2006/main">
            <a:off x="6172200" y="1676400"/>
            <a:ext cx="5372100" cy="4114800"/>
          </a:xfrm>
          <a:prstGeom xmlns:a="http://schemas.openxmlformats.org/drawingml/2006/main" prst="roundRect">
            <a:avLst>
              <a:gd name="adj" fmla="val 1389"/>
            </a:avLst>
          </a:prstGeom>
          <a:solidFill xmlns:a="http://schemas.openxmlformats.org/drawingml/2006/main">
            <a:srgbClr val="071A2B"/>
          </a:solidFill>
          <a:ln xmlns:a="http://schemas.openxmlformats.org/drawingml/2006/main" w="9525">
            <a:solidFill>
              <a:srgbClr val="365467"/>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47650" tIns="114300" rIns="247650" bIns="0" anchor="t">
            <a:noAutofit/>
          </a:bodyPr>
          <a:lstStyle xmlns:a="http://schemas.openxmlformats.org/drawingml/2006/main"/>
          <a:p xmlns:a="http://schemas.openxmlformats.org/drawingml/2006/main">
            <a:pPr algn="r">
              <a:lnSpc>
                <a:spcPct val="114000"/>
              </a:lnSpc>
              <a:buNone/>
              <a:defRPr sz="1200" b="1">
                <a:solidFill>
                  <a:srgbClr val="FFFFFF"/>
                </a:solidFill>
                <a:latin typeface="Yu Gothic UI"/>
                <a:ea typeface="Yu Gothic UI"/>
                <a:cs typeface="Yu Gothic UI"/>
              </a:defRPr>
            </a:pPr>
            <a:r>
              <a:rPr sz="1200" b="1">
                <a:solidFill>
                  <a:srgbClr val="FFFFFF"/>
                </a:solidFill>
                <a:latin typeface="Yu Gothic UI"/>
                <a:ea typeface="Yu Gothic UI"/>
                <a:cs typeface="Yu Gothic UI"/>
              </a:rPr>
              <a:t>REVIEW POLICY</a:t>
            </a:r>
          </a:p>
        </p:txBody>
      </p:sp>
      <p:pic>
        <p:nvPicPr>
          <p:cNvPr id="28" name="Picture 13"/>
          <p:cNvPicPr>
            <a:picLocks xmlns:a="http://schemas.openxmlformats.org/drawingml/2006/main" noChangeAspect="1"/>
          </p:cNvPicPr>
          <p:nvPr/>
        </p:nvPicPr>
        <p:blipFill>
          <a:blip xmlns:r="http://schemas.openxmlformats.org/officeDocument/2006/relationships" xmlns:a="http://schemas.openxmlformats.org/drawingml/2006/main" r:embed="R7eab600fadf24942"/>
          <a:stretch xmlns:a="http://schemas.openxmlformats.org/drawingml/2006/main">
            <a:fillRect l="0" t="0" r="0" b="0"/>
          </a:stretch>
        </p:blipFill>
        <p:spPr>
          <a:xfrm xmlns:a="http://schemas.openxmlformats.org/drawingml/2006/main">
            <a:off x="0" y="0"/>
            <a:ext cx="9525" cy="952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e765f406d074427"/>
          <a:stretch xmlns:a="http://schemas.openxmlformats.org/drawingml/2006/main"/>
        </p:blipFill>
        <p:spPr>
          <a:xfrm xmlns:a="http://schemas.openxmlformats.org/drawingml/2006/main">
            <a:off x="6419850" y="2567264"/>
            <a:ext cx="4876800" cy="2028272"/>
          </a:xfrm>
          <a:prstGeom xmlns:a="http://schemas.openxmlformats.org/drawingml/2006/main" prst="roundRect">
            <a:avLst>
              <a:gd name="adj" fmla="val 2000"/>
            </a:avLst>
          </a:prstGeom>
        </p:spPr>
      </p:pic>
    </p:spTree>
    <p:extLst>
      <p:ext uri="{BB962C8B-B14F-4D97-AF65-F5344CB8AC3E}">
        <p14:creationId xmlns:p14="http://schemas.microsoft.com/office/powerpoint/2010/main" val="1960732567"/>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242968-AAB4-4D75-B01A-6F04EDBB62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61783F5C-17B6-464B-8F9C-6A0BEDC542D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AD7C0C9D-6166-4B9E-A085-570957E17205}"/>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D3B3C3A0-D614-4E88-BFC3-6F74C20449AC}"/>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DONE DEFINITION</a:t>
            </a:r>
          </a:p>
        </p:txBody>
      </p:sp>
      <p:sp>
        <p:nvSpPr>
          <p:cNvPr id="6" name="TextBox 5">
            <a:extLst xmlns:a="http://schemas.openxmlformats.org/drawingml/2006/main">
              <a:ext uri="{FF2B5EF4-FFF2-40B4-BE49-F238E27FC236}">
                <a16:creationId xmlns:a16="http://schemas.microsoft.com/office/drawing/2014/main" id="{192650F4-45DB-473D-A375-F4F8304E0F1A}"/>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成功判定は3つ。見えたら終わります</a:t>
            </a:r>
          </a:p>
        </p:txBody>
      </p:sp>
      <p:sp>
        <p:nvSpPr>
          <p:cNvPr id="7" name="Rectangle 6">
            <a:extLst xmlns:a="http://schemas.openxmlformats.org/drawingml/2006/main">
              <a:ext uri="{FF2B5EF4-FFF2-40B4-BE49-F238E27FC236}">
                <a16:creationId xmlns:a16="http://schemas.microsoft.com/office/drawing/2014/main" id="{E89C52B6-DF3D-4055-B961-37A58BCC7B9E}"/>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32FBAB82-486C-4950-83BA-27CE0DA50552}"/>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51A61D61-0BA7-41FE-BE81-75753082D6EA}"/>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09 / 12</a:t>
            </a:r>
          </a:p>
        </p:txBody>
      </p:sp>
      <p:sp>
        <p:nvSpPr>
          <p:cNvPr id="10" name="Rectangle 9">
            <a:extLst xmlns:a="http://schemas.openxmlformats.org/drawingml/2006/main">
              <a:ext uri="{FF2B5EF4-FFF2-40B4-BE49-F238E27FC236}">
                <a16:creationId xmlns:a16="http://schemas.microsoft.com/office/drawing/2014/main" id="{0123264A-CD05-4920-9AE8-339CCF45EB64}"/>
              </a:ext>
            </a:extLst>
          </p:cNvPr>
          <p:cNvSpPr>
            <a:spLocks xmlns:a="http://schemas.openxmlformats.org/drawingml/2006/main" noGrp="1"/>
          </p:cNvSpPr>
          <p:nvPr/>
        </p:nvSpPr>
        <p:spPr>
          <a:xfrm xmlns:a="http://schemas.openxmlformats.org/drawingml/2006/main">
            <a:off x="647700" y="1676400"/>
            <a:ext cx="3181350" cy="4114800"/>
          </a:xfrm>
          <a:prstGeom xmlns:a="http://schemas.openxmlformats.org/drawingml/2006/main" prst="roundRect">
            <a:avLst>
              <a:gd name="adj" fmla="val 1796"/>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28600" tIns="219075" rIns="228600" bIns="0" anchor="t">
            <a:noAutofit/>
          </a:bodyPr>
          <a:lstStyle xmlns:a="http://schemas.openxmlformats.org/drawingml/2006/main"/>
          <a:p xmlns:a="http://schemas.openxmlformats.org/drawingml/2006/main">
            <a:pPr algn="l">
              <a:lnSpc>
                <a:spcPct val="114000"/>
              </a:lnSpc>
              <a:buNone/>
              <a:defRPr sz="2550" b="1">
                <a:solidFill>
                  <a:srgbClr val="00A5E3"/>
                </a:solidFill>
                <a:latin typeface="Yu Gothic UI"/>
                <a:ea typeface="Yu Gothic UI"/>
                <a:cs typeface="Yu Gothic UI"/>
              </a:defRPr>
            </a:pPr>
            <a:r>
              <a:rPr sz="2550" b="1">
                <a:solidFill>
                  <a:srgbClr val="00A5E3"/>
                </a:solidFill>
                <a:latin typeface="Yu Gothic UI"/>
                <a:ea typeface="Yu Gothic UI"/>
                <a:cs typeface="Yu Gothic UI"/>
              </a:rPr>
              <a:t>FILE</a:t>
            </a:r>
          </a:p>
        </p:txBody>
      </p:sp>
      <p:sp>
        <p:nvSpPr>
          <p:cNvPr id="11" name="TextBox 10">
            <a:extLst xmlns:a="http://schemas.openxmlformats.org/drawingml/2006/main">
              <a:ext uri="{FF2B5EF4-FFF2-40B4-BE49-F238E27FC236}">
                <a16:creationId xmlns:a16="http://schemas.microsoft.com/office/drawing/2014/main" id="{1DEC49D3-9B65-4A7A-BEFA-E996B38F737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1">
                <a:solidFill>
                  <a:srgbClr val="0B2545"/>
                </a:solidFill>
                <a:latin typeface="Yu Gothic UI"/>
                <a:ea typeface="Yu Gothic UI"/>
                <a:cs typeface="Yu Gothic UI"/>
              </a:rPr>
              <a:t/>
            </a:r>
          </a:p>
        </p:txBody>
      </p:sp>
      <p:sp>
        <p:nvSpPr>
          <p:cNvPr id="12" name="Rectangle 11">
            <a:extLst xmlns:a="http://schemas.openxmlformats.org/drawingml/2006/main">
              <a:ext uri="{FF2B5EF4-FFF2-40B4-BE49-F238E27FC236}">
                <a16:creationId xmlns:a16="http://schemas.microsoft.com/office/drawing/2014/main" id="{DA3D7D89-B645-4885-9D62-2F70F84EF0D5}"/>
              </a:ext>
            </a:extLst>
          </p:cNvPr>
          <p:cNvSpPr>
            <a:spLocks xmlns:a="http://schemas.openxmlformats.org/drawingml/2006/main" noGrp="1"/>
          </p:cNvSpPr>
          <p:nvPr/>
        </p:nvSpPr>
        <p:spPr>
          <a:xfrm xmlns:a="http://schemas.openxmlformats.org/drawingml/2006/main">
            <a:off x="876300" y="2590800"/>
            <a:ext cx="2724150" cy="47625"/>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13" name="TextBox 12">
            <a:extLst xmlns:a="http://schemas.openxmlformats.org/drawingml/2006/main">
              <a:ext uri="{FF2B5EF4-FFF2-40B4-BE49-F238E27FC236}">
                <a16:creationId xmlns:a16="http://schemas.microsoft.com/office/drawing/2014/main" id="{B5654741-F076-4F1F-8CC3-799E82677CEE}"/>
              </a:ext>
            </a:extLst>
          </p:cNvPr>
          <p:cNvSpPr>
            <a:spLocks xmlns:a="http://schemas.openxmlformats.org/drawingml/2006/main" noGrp="1"/>
          </p:cNvSpPr>
          <p:nvPr/>
        </p:nvSpPr>
        <p:spPr>
          <a:xfrm xmlns:a="http://schemas.openxmlformats.org/drawingml/2006/main">
            <a:off x="876300" y="3009900"/>
            <a:ext cx="27241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output/index.html</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変更ファイルは</a:t>
            </a:r>
          </a:p>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この1件だけ</a:t>
            </a:r>
          </a:p>
        </p:txBody>
      </p:sp>
      <p:sp>
        <p:nvSpPr>
          <p:cNvPr id="14" name="Rectangle 13">
            <a:extLst xmlns:a="http://schemas.openxmlformats.org/drawingml/2006/main">
              <a:ext uri="{FF2B5EF4-FFF2-40B4-BE49-F238E27FC236}">
                <a16:creationId xmlns:a16="http://schemas.microsoft.com/office/drawing/2014/main" id="{7E3626E0-2CF3-4D1E-BFB2-4BFF1F868BF5}"/>
              </a:ext>
            </a:extLst>
          </p:cNvPr>
          <p:cNvSpPr>
            <a:spLocks xmlns:a="http://schemas.openxmlformats.org/drawingml/2006/main" noGrp="1"/>
          </p:cNvSpPr>
          <p:nvPr/>
        </p:nvSpPr>
        <p:spPr>
          <a:xfrm xmlns:a="http://schemas.openxmlformats.org/drawingml/2006/main">
            <a:off x="4171950" y="1676400"/>
            <a:ext cx="3181350" cy="4114800"/>
          </a:xfrm>
          <a:prstGeom xmlns:a="http://schemas.openxmlformats.org/drawingml/2006/main" prst="roundRect">
            <a:avLst>
              <a:gd name="adj" fmla="val 1796"/>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28600" tIns="219075" rIns="228600" bIns="0" anchor="t">
            <a:noAutofit/>
          </a:bodyPr>
          <a:lstStyle xmlns:a="http://schemas.openxmlformats.org/drawingml/2006/main"/>
          <a:p xmlns:a="http://schemas.openxmlformats.org/drawingml/2006/main">
            <a:pPr algn="l">
              <a:lnSpc>
                <a:spcPct val="114000"/>
              </a:lnSpc>
              <a:buNone/>
              <a:defRPr sz="2550" b="1">
                <a:solidFill>
                  <a:srgbClr val="EF7E00"/>
                </a:solidFill>
                <a:latin typeface="Yu Gothic UI"/>
                <a:ea typeface="Yu Gothic UI"/>
                <a:cs typeface="Yu Gothic UI"/>
              </a:defRPr>
            </a:pPr>
            <a:r>
              <a:rPr sz="2550" b="1">
                <a:solidFill>
                  <a:srgbClr val="EF7E00"/>
                </a:solidFill>
                <a:latin typeface="Yu Gothic UI"/>
                <a:ea typeface="Yu Gothic UI"/>
                <a:cs typeface="Yu Gothic UI"/>
              </a:rPr>
              <a:t>SCREEN</a:t>
            </a:r>
          </a:p>
        </p:txBody>
      </p:sp>
      <p:sp>
        <p:nvSpPr>
          <p:cNvPr id="15" name="TextBox 14">
            <a:extLst xmlns:a="http://schemas.openxmlformats.org/drawingml/2006/main">
              <a:ext uri="{FF2B5EF4-FFF2-40B4-BE49-F238E27FC236}">
                <a16:creationId xmlns:a16="http://schemas.microsoft.com/office/drawing/2014/main" id="{54E7BAEF-30CA-4539-8EE0-3797EFCFD95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1">
                <a:solidFill>
                  <a:srgbClr val="0077B6"/>
                </a:solidFill>
                <a:latin typeface="Yu Gothic UI"/>
                <a:ea typeface="Yu Gothic UI"/>
                <a:cs typeface="Yu Gothic UI"/>
              </a:rPr>
              <a:t/>
            </a:r>
          </a:p>
        </p:txBody>
      </p:sp>
      <p:sp>
        <p:nvSpPr>
          <p:cNvPr id="16" name="Rectangle 15">
            <a:extLst xmlns:a="http://schemas.openxmlformats.org/drawingml/2006/main">
              <a:ext uri="{FF2B5EF4-FFF2-40B4-BE49-F238E27FC236}">
                <a16:creationId xmlns:a16="http://schemas.microsoft.com/office/drawing/2014/main" id="{A8816BFE-B17B-42C6-B409-387022A1B3DD}"/>
              </a:ext>
            </a:extLst>
          </p:cNvPr>
          <p:cNvSpPr>
            <a:spLocks xmlns:a="http://schemas.openxmlformats.org/drawingml/2006/main" noGrp="1"/>
          </p:cNvSpPr>
          <p:nvPr/>
        </p:nvSpPr>
        <p:spPr>
          <a:xfrm xmlns:a="http://schemas.openxmlformats.org/drawingml/2006/main">
            <a:off x="4400550" y="2590800"/>
            <a:ext cx="2724150" cy="47625"/>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17" name="TextBox 16">
            <a:extLst xmlns:a="http://schemas.openxmlformats.org/drawingml/2006/main">
              <a:ext uri="{FF2B5EF4-FFF2-40B4-BE49-F238E27FC236}">
                <a16:creationId xmlns:a16="http://schemas.microsoft.com/office/drawing/2014/main" id="{8C8DC483-3C12-496E-B6D5-A5E08D63A7AB}"/>
              </a:ext>
            </a:extLst>
          </p:cNvPr>
          <p:cNvSpPr>
            <a:spLocks xmlns:a="http://schemas.openxmlformats.org/drawingml/2006/main" noGrp="1"/>
          </p:cNvSpPr>
          <p:nvPr/>
        </p:nvSpPr>
        <p:spPr>
          <a:xfrm xmlns:a="http://schemas.openxmlformats.org/drawingml/2006/main">
            <a:off x="4400550" y="3009900"/>
            <a:ext cx="27241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4項目が表示</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文字切れなし</a:t>
            </a:r>
          </a:p>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モバイル幅も確認</a:t>
            </a:r>
          </a:p>
        </p:txBody>
      </p:sp>
      <p:sp>
        <p:nvSpPr>
          <p:cNvPr id="18" name="Rectangle 17">
            <a:extLst xmlns:a="http://schemas.openxmlformats.org/drawingml/2006/main">
              <a:ext uri="{FF2B5EF4-FFF2-40B4-BE49-F238E27FC236}">
                <a16:creationId xmlns:a16="http://schemas.microsoft.com/office/drawing/2014/main" id="{9B72C276-45C5-4706-8092-0DF46BF0A3A9}"/>
              </a:ext>
            </a:extLst>
          </p:cNvPr>
          <p:cNvSpPr>
            <a:spLocks xmlns:a="http://schemas.openxmlformats.org/drawingml/2006/main" noGrp="1"/>
          </p:cNvSpPr>
          <p:nvPr/>
        </p:nvSpPr>
        <p:spPr>
          <a:xfrm xmlns:a="http://schemas.openxmlformats.org/drawingml/2006/main">
            <a:off x="7696200" y="1676400"/>
            <a:ext cx="3181350" cy="4114800"/>
          </a:xfrm>
          <a:prstGeom xmlns:a="http://schemas.openxmlformats.org/drawingml/2006/main" prst="roundRect">
            <a:avLst>
              <a:gd name="adj" fmla="val 1796"/>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28600" tIns="219075" rIns="228600" bIns="0" anchor="t">
            <a:noAutofit/>
          </a:bodyPr>
          <a:lstStyle xmlns:a="http://schemas.openxmlformats.org/drawingml/2006/main"/>
          <a:p xmlns:a="http://schemas.openxmlformats.org/drawingml/2006/main">
            <a:pPr algn="l">
              <a:lnSpc>
                <a:spcPct val="114000"/>
              </a:lnSpc>
              <a:buNone/>
              <a:defRPr sz="2550" b="1">
                <a:solidFill>
                  <a:srgbClr val="218A4A"/>
                </a:solidFill>
                <a:latin typeface="Yu Gothic UI"/>
                <a:ea typeface="Yu Gothic UI"/>
                <a:cs typeface="Yu Gothic UI"/>
              </a:defRPr>
            </a:pPr>
            <a:r>
              <a:rPr sz="2550" b="1">
                <a:solidFill>
                  <a:srgbClr val="218A4A"/>
                </a:solidFill>
                <a:latin typeface="Yu Gothic UI"/>
                <a:ea typeface="Yu Gothic UI"/>
                <a:cs typeface="Yu Gothic UI"/>
              </a:rPr>
              <a:t>REPORT</a:t>
            </a:r>
          </a:p>
        </p:txBody>
      </p:sp>
      <p:sp>
        <p:nvSpPr>
          <p:cNvPr id="19" name="TextBox 18">
            <a:extLst xmlns:a="http://schemas.openxmlformats.org/drawingml/2006/main">
              <a:ext uri="{FF2B5EF4-FFF2-40B4-BE49-F238E27FC236}">
                <a16:creationId xmlns:a16="http://schemas.microsoft.com/office/drawing/2014/main" id="{DF51DE44-69D7-4F31-9BAA-6B04D5DBF3B3}"/>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1">
                <a:solidFill>
                  <a:srgbClr val="0284C7"/>
                </a:solidFill>
                <a:latin typeface="Yu Gothic UI"/>
                <a:ea typeface="Yu Gothic UI"/>
                <a:cs typeface="Yu Gothic UI"/>
              </a:rPr>
              <a:t/>
            </a:r>
          </a:p>
        </p:txBody>
      </p:sp>
      <p:sp>
        <p:nvSpPr>
          <p:cNvPr id="20" name="Rectangle 19">
            <a:extLst xmlns:a="http://schemas.openxmlformats.org/drawingml/2006/main">
              <a:ext uri="{FF2B5EF4-FFF2-40B4-BE49-F238E27FC236}">
                <a16:creationId xmlns:a16="http://schemas.microsoft.com/office/drawing/2014/main" id="{354D1D7C-1C6B-4263-826A-92250730736C}"/>
              </a:ext>
            </a:extLst>
          </p:cNvPr>
          <p:cNvSpPr>
            <a:spLocks xmlns:a="http://schemas.openxmlformats.org/drawingml/2006/main" noGrp="1"/>
          </p:cNvSpPr>
          <p:nvPr/>
        </p:nvSpPr>
        <p:spPr>
          <a:xfrm xmlns:a="http://schemas.openxmlformats.org/drawingml/2006/main">
            <a:off x="7924800" y="2590800"/>
            <a:ext cx="2724150" cy="47625"/>
          </a:xfrm>
          <a:prstGeom xmlns:a="http://schemas.openxmlformats.org/drawingml/2006/main" prst="rect">
            <a:avLst/>
          </a:prstGeom>
          <a:solidFill xmlns:a="http://schemas.openxmlformats.org/drawingml/2006/main">
            <a:srgbClr val="218A4A"/>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21" name="TextBox 20">
            <a:extLst xmlns:a="http://schemas.openxmlformats.org/drawingml/2006/main">
              <a:ext uri="{FF2B5EF4-FFF2-40B4-BE49-F238E27FC236}">
                <a16:creationId xmlns:a16="http://schemas.microsoft.com/office/drawing/2014/main" id="{9D1B461C-B02E-4CCE-BEF6-D65DF36E4139}"/>
              </a:ext>
            </a:extLst>
          </p:cNvPr>
          <p:cNvSpPr>
            <a:spLocks xmlns:a="http://schemas.openxmlformats.org/drawingml/2006/main" noGrp="1"/>
          </p:cNvSpPr>
          <p:nvPr/>
        </p:nvSpPr>
        <p:spPr>
          <a:xfrm xmlns:a="http://schemas.openxmlformats.org/drawingml/2006/main">
            <a:off x="7924800" y="3009900"/>
            <a:ext cx="27241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変更／確認／未解決</a:t>
            </a:r>
          </a:p>
          <a:p xmlns:a="http://schemas.openxmlformats.org/drawingml/2006/main">
            <a:pPr algn="l">
              <a:buNone/>
            </a:pPr>
            <a:r>
              <a:rPr sz="1100" b="0">
                <a:solidFill>
                  <a:srgbClr val="334155"/>
                </a:solidFill>
                <a:latin typeface="Yu Gothic UI"/>
                <a:ea typeface="Yu Gothic UI"/>
                <a:cs typeface="Yu Gothic UI"/>
              </a:rPr>
              <a:t/>
            </a:r>
          </a:p>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最後の回答は</a:t>
            </a:r>
          </a:p>
          <a:p xmlns:a="http://schemas.openxmlformats.org/drawingml/2006/main">
            <a:pPr algn="l">
              <a:lnSpc>
                <a:spcPct val="122000"/>
              </a:lnSpc>
              <a:buNone/>
              <a:defRPr sz="2025" b="1">
                <a:solidFill>
                  <a:srgbClr val="14212B"/>
                </a:solidFill>
                <a:latin typeface="Yu Gothic UI"/>
                <a:ea typeface="Yu Gothic UI"/>
                <a:cs typeface="Yu Gothic UI"/>
              </a:defRPr>
            </a:pPr>
            <a:r>
              <a:rPr sz="2025" b="1">
                <a:solidFill>
                  <a:srgbClr val="14212B"/>
                </a:solidFill>
                <a:latin typeface="Yu Gothic UI"/>
                <a:ea typeface="Yu Gothic UI"/>
                <a:cs typeface="Yu Gothic UI"/>
              </a:rPr>
              <a:t>3行で十分</a:t>
            </a:r>
          </a:p>
        </p:txBody>
      </p:sp>
    </p:spTree>
    <p:extLst>
      <p:ext uri="{BB962C8B-B14F-4D97-AF65-F5344CB8AC3E}">
        <p14:creationId xmlns:p14="http://schemas.microsoft.com/office/powerpoint/2010/main" val="778716361"/>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EC84F70-81E7-483D-A05C-B7DE41042B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FCEFCFE4-72CC-4F56-B292-0ABD0EB4429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B657F3F2-468B-4313-B9C8-34696633E41B}"/>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D4D4A609-0746-4210-9CBC-FB366E94F31F}"/>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RECOVERY</a:t>
            </a:r>
          </a:p>
        </p:txBody>
      </p:sp>
      <p:sp>
        <p:nvSpPr>
          <p:cNvPr id="6" name="TextBox 5">
            <a:extLst xmlns:a="http://schemas.openxmlformats.org/drawingml/2006/main">
              <a:ext uri="{FF2B5EF4-FFF2-40B4-BE49-F238E27FC236}">
                <a16:creationId xmlns:a16="http://schemas.microsoft.com/office/drawing/2014/main" id="{AD26DB06-CFBA-484E-BE47-FAFC2AE93A2D}"/>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失敗しても、90秒で次へ進みます</a:t>
            </a:r>
          </a:p>
        </p:txBody>
      </p:sp>
      <p:sp>
        <p:nvSpPr>
          <p:cNvPr id="7" name="Rectangle 6">
            <a:extLst xmlns:a="http://schemas.openxmlformats.org/drawingml/2006/main">
              <a:ext uri="{FF2B5EF4-FFF2-40B4-BE49-F238E27FC236}">
                <a16:creationId xmlns:a16="http://schemas.microsoft.com/office/drawing/2014/main" id="{84AD41C3-03D5-4A39-92CE-C3B1D791167D}"/>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1C9E6CB9-BE02-475C-A9B4-0C1D31E56BB1}"/>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BBE9A055-2F32-45E5-9FA1-F41D13331CC7}"/>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10 / 12</a:t>
            </a:r>
          </a:p>
        </p:txBody>
      </p:sp>
      <p:sp>
        <p:nvSpPr>
          <p:cNvPr id="10" name="Rectangle 9">
            <a:extLst xmlns:a="http://schemas.openxmlformats.org/drawingml/2006/main">
              <a:ext uri="{FF2B5EF4-FFF2-40B4-BE49-F238E27FC236}">
                <a16:creationId xmlns:a16="http://schemas.microsoft.com/office/drawing/2014/main" id="{3D3C0645-73FE-40C9-80F2-6C167D0490D4}"/>
              </a:ext>
            </a:extLst>
          </p:cNvPr>
          <p:cNvSpPr>
            <a:spLocks xmlns:a="http://schemas.openxmlformats.org/drawingml/2006/main" noGrp="1"/>
          </p:cNvSpPr>
          <p:nvPr/>
        </p:nvSpPr>
        <p:spPr>
          <a:xfrm xmlns:a="http://schemas.openxmlformats.org/drawingml/2006/main">
            <a:off x="647700" y="1676400"/>
            <a:ext cx="5219700" cy="4114800"/>
          </a:xfrm>
          <a:prstGeom xmlns:a="http://schemas.openxmlformats.org/drawingml/2006/main" prst="roundRect">
            <a:avLst>
              <a:gd name="adj" fmla="val 1389"/>
            </a:avLst>
          </a:prstGeom>
          <a:solidFill xmlns:a="http://schemas.openxmlformats.org/drawingml/2006/main">
            <a:srgbClr val="071A2B"/>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190500" rIns="266700" bIns="0" anchor="t">
            <a:noAutofit/>
          </a:bodyPr>
          <a:lstStyle xmlns:a="http://schemas.openxmlformats.org/drawingml/2006/main"/>
          <a:p xmlns:a="http://schemas.openxmlformats.org/drawingml/2006/main">
            <a:pPr algn="l">
              <a:lnSpc>
                <a:spcPct val="114000"/>
              </a:lnSpc>
              <a:buNone/>
              <a:defRPr sz="5700" b="1">
                <a:solidFill>
                  <a:srgbClr val="EF7E00"/>
                </a:solidFill>
                <a:latin typeface="Yu Gothic UI"/>
                <a:ea typeface="Yu Gothic UI"/>
                <a:cs typeface="Yu Gothic UI"/>
              </a:defRPr>
            </a:pPr>
            <a:r>
              <a:rPr sz="5700" b="1">
                <a:solidFill>
                  <a:srgbClr val="EF7E00"/>
                </a:solidFill>
                <a:latin typeface="Yu Gothic UI"/>
                <a:ea typeface="Yu Gothic UI"/>
                <a:cs typeface="Yu Gothic UI"/>
              </a:rPr>
              <a:t>90 sec</a:t>
            </a:r>
          </a:p>
        </p:txBody>
      </p:sp>
      <p:sp>
        <p:nvSpPr>
          <p:cNvPr id="11" name="TextBox 10">
            <a:extLst xmlns:a="http://schemas.openxmlformats.org/drawingml/2006/main">
              <a:ext uri="{FF2B5EF4-FFF2-40B4-BE49-F238E27FC236}">
                <a16:creationId xmlns:a16="http://schemas.microsoft.com/office/drawing/2014/main" id="{12010C74-2549-4CE1-89F7-93F67480AD0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B2545"/>
                </a:solidFill>
                <a:latin typeface="Yu Gothic UI"/>
                <a:ea typeface="Yu Gothic UI"/>
                <a:cs typeface="Yu Gothic UI"/>
              </a:rPr>
              <a:t/>
            </a:r>
          </a:p>
        </p:txBody>
      </p:sp>
      <p:sp>
        <p:nvSpPr>
          <p:cNvPr id="12" name="TextBox 11">
            <a:extLst xmlns:a="http://schemas.openxmlformats.org/drawingml/2006/main">
              <a:ext uri="{FF2B5EF4-FFF2-40B4-BE49-F238E27FC236}">
                <a16:creationId xmlns:a16="http://schemas.microsoft.com/office/drawing/2014/main" id="{48184E41-1B43-48F8-BD28-629AE0D41778}"/>
              </a:ext>
            </a:extLst>
          </p:cNvPr>
          <p:cNvSpPr>
            <a:spLocks xmlns:a="http://schemas.openxmlformats.org/drawingml/2006/main" noGrp="1"/>
          </p:cNvSpPr>
          <p:nvPr/>
        </p:nvSpPr>
        <p:spPr>
          <a:xfrm xmlns:a="http://schemas.openxmlformats.org/drawingml/2006/main">
            <a:off x="914400" y="3048000"/>
            <a:ext cx="4572000" cy="23888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1">
                <a:solidFill>
                  <a:srgbClr val="FFFFFF"/>
                </a:solidFill>
                <a:latin typeface="Yu Gothic UI"/>
                <a:ea typeface="Yu Gothic UI"/>
                <a:cs typeface="Yu Gothic UI"/>
              </a:defRPr>
            </a:pPr>
            <a:r>
              <a:rPr sz="1875" b="1">
                <a:solidFill>
                  <a:srgbClr val="FFFFFF"/>
                </a:solidFill>
                <a:latin typeface="Yu Gothic UI"/>
                <a:ea typeface="Yu Gothic UI"/>
                <a:cs typeface="Yu Gothic UI"/>
              </a:rPr>
              <a:t>進展が見えない</a:t>
            </a:r>
          </a:p>
          <a:p xmlns:a="http://schemas.openxmlformats.org/drawingml/2006/main">
            <a:pPr algn="l">
              <a:lnSpc>
                <a:spcPct val="118000"/>
              </a:lnSpc>
              <a:buNone/>
              <a:defRPr sz="1875" b="1">
                <a:solidFill>
                  <a:srgbClr val="FFFFFF"/>
                </a:solidFill>
                <a:latin typeface="Yu Gothic UI"/>
                <a:ea typeface="Yu Gothic UI"/>
                <a:cs typeface="Yu Gothic UI"/>
              </a:defRPr>
            </a:pPr>
            <a:r>
              <a:rPr sz="1875" b="1">
                <a:solidFill>
                  <a:srgbClr val="FFFFFF"/>
                </a:solidFill>
                <a:latin typeface="Yu Gothic UI"/>
                <a:ea typeface="Yu Gothic UI"/>
                <a:cs typeface="Yu Gothic UI"/>
              </a:rPr>
              <a:t>→ 現在地を1回だけ尋ねる</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18000"/>
              </a:lnSpc>
              <a:buNone/>
              <a:defRPr sz="1875" b="1">
                <a:solidFill>
                  <a:srgbClr val="FFFFFF"/>
                </a:solidFill>
                <a:latin typeface="Yu Gothic UI"/>
                <a:ea typeface="Yu Gothic UI"/>
                <a:cs typeface="Yu Gothic UI"/>
              </a:defRPr>
            </a:pPr>
            <a:r>
              <a:rPr sz="1875" b="1">
                <a:solidFill>
                  <a:srgbClr val="FFFFFF"/>
                </a:solidFill>
                <a:latin typeface="Yu Gothic UI"/>
                <a:ea typeface="Yu Gothic UI"/>
                <a:cs typeface="Yu Gothic UI"/>
              </a:rPr>
              <a:t>ブラウザが止まる</a:t>
            </a:r>
          </a:p>
          <a:p xmlns:a="http://schemas.openxmlformats.org/drawingml/2006/main">
            <a:pPr algn="l">
              <a:lnSpc>
                <a:spcPct val="118000"/>
              </a:lnSpc>
              <a:buNone/>
              <a:defRPr sz="1875" b="1">
                <a:solidFill>
                  <a:srgbClr val="FFFFFF"/>
                </a:solidFill>
                <a:latin typeface="Yu Gothic UI"/>
                <a:ea typeface="Yu Gothic UI"/>
                <a:cs typeface="Yu Gothic UI"/>
              </a:defRPr>
            </a:pPr>
            <a:r>
              <a:rPr sz="1875" b="1">
                <a:solidFill>
                  <a:srgbClr val="FFFFFF"/>
                </a:solidFill>
                <a:latin typeface="Yu Gothic UI"/>
                <a:ea typeface="Yu Gothic UI"/>
                <a:cs typeface="Yu Gothic UI"/>
              </a:rPr>
              <a:t>→ output/index.htmlを手動で開く</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18000"/>
              </a:lnSpc>
              <a:buNone/>
              <a:defRPr sz="1875" b="1">
                <a:solidFill>
                  <a:srgbClr val="FFFFFF"/>
                </a:solidFill>
                <a:latin typeface="Yu Gothic UI"/>
                <a:ea typeface="Yu Gothic UI"/>
                <a:cs typeface="Yu Gothic UI"/>
              </a:defRPr>
            </a:pPr>
            <a:r>
              <a:rPr sz="1875" b="1">
                <a:solidFill>
                  <a:srgbClr val="FFFFFF"/>
                </a:solidFill>
                <a:latin typeface="Yu Gothic UI"/>
                <a:ea typeface="Yu Gothic UI"/>
                <a:cs typeface="Yu Gothic UI"/>
              </a:rPr>
              <a:t>エラーが続く</a:t>
            </a:r>
          </a:p>
          <a:p xmlns:a="http://schemas.openxmlformats.org/drawingml/2006/main">
            <a:pPr algn="l">
              <a:lnSpc>
                <a:spcPct val="118000"/>
              </a:lnSpc>
              <a:buNone/>
              <a:defRPr sz="1875" b="1">
                <a:solidFill>
                  <a:srgbClr val="FFFFFF"/>
                </a:solidFill>
                <a:latin typeface="Yu Gothic UI"/>
                <a:ea typeface="Yu Gothic UI"/>
                <a:cs typeface="Yu Gothic UI"/>
              </a:defRPr>
            </a:pPr>
            <a:r>
              <a:rPr sz="1875" b="1">
                <a:solidFill>
                  <a:srgbClr val="FFFFFF"/>
                </a:solidFill>
                <a:latin typeface="Yu Gothic UI"/>
                <a:ea typeface="Yu Gothic UI"/>
                <a:cs typeface="Yu Gothic UI"/>
              </a:rPr>
              <a:t>→ 読み取り専用の予備デモへ</a:t>
            </a:r>
          </a:p>
        </p:txBody>
      </p:sp>
      <p:sp>
        <p:nvSpPr>
          <p:cNvPr id="13" name="Rectangle 12">
            <a:extLst xmlns:a="http://schemas.openxmlformats.org/drawingml/2006/main">
              <a:ext uri="{FF2B5EF4-FFF2-40B4-BE49-F238E27FC236}">
                <a16:creationId xmlns:a16="http://schemas.microsoft.com/office/drawing/2014/main" id="{34720681-B5F3-47F9-A4B1-4D082BE97D1C}"/>
              </a:ext>
            </a:extLst>
          </p:cNvPr>
          <p:cNvSpPr>
            <a:spLocks xmlns:a="http://schemas.openxmlformats.org/drawingml/2006/main" noGrp="1"/>
          </p:cNvSpPr>
          <p:nvPr/>
        </p:nvSpPr>
        <p:spPr>
          <a:xfrm xmlns:a="http://schemas.openxmlformats.org/drawingml/2006/main">
            <a:off x="6172200" y="1676400"/>
            <a:ext cx="5372100" cy="4114800"/>
          </a:xfrm>
          <a:prstGeom xmlns:a="http://schemas.openxmlformats.org/drawingml/2006/main" prst="roundRect">
            <a:avLst>
              <a:gd name="adj" fmla="val 1389"/>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304800" tIns="209550" rIns="304800" bIns="0" anchor="t">
            <a:noAutofit/>
          </a:bodyPr>
          <a:lstStyle xmlns:a="http://schemas.openxmlformats.org/drawingml/2006/main"/>
          <a:p xmlns:a="http://schemas.openxmlformats.org/drawingml/2006/main">
            <a:pPr algn="l">
              <a:lnSpc>
                <a:spcPct val="114000"/>
              </a:lnSpc>
              <a:buNone/>
              <a:defRPr sz="2325" b="1">
                <a:solidFill>
                  <a:srgbClr val="B83A2D"/>
                </a:solidFill>
                <a:latin typeface="Yu Gothic UI"/>
                <a:ea typeface="Yu Gothic UI"/>
                <a:cs typeface="Yu Gothic UI"/>
              </a:defRPr>
            </a:pPr>
            <a:r>
              <a:rPr sz="2325" b="1">
                <a:solidFill>
                  <a:srgbClr val="B83A2D"/>
                </a:solidFill>
                <a:latin typeface="Yu Gothic UI"/>
                <a:ea typeface="Yu Gothic UI"/>
                <a:cs typeface="Yu Gothic UI"/>
              </a:rPr>
              <a:t>会場でやらないこと</a:t>
            </a:r>
          </a:p>
        </p:txBody>
      </p:sp>
      <p:sp>
        <p:nvSpPr>
          <p:cNvPr id="14" name="TextBox 13">
            <a:extLst xmlns:a="http://schemas.openxmlformats.org/drawingml/2006/main">
              <a:ext uri="{FF2B5EF4-FFF2-40B4-BE49-F238E27FC236}">
                <a16:creationId xmlns:a16="http://schemas.microsoft.com/office/drawing/2014/main" id="{88F10C31-4072-4798-BA22-4F7AB26A9BC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077B6"/>
                </a:solidFill>
                <a:latin typeface="Yu Gothic UI"/>
                <a:ea typeface="Yu Gothic UI"/>
                <a:cs typeface="Yu Gothic UI"/>
              </a:rPr>
              <a:t/>
            </a:r>
          </a:p>
        </p:txBody>
      </p:sp>
      <p:sp>
        <p:nvSpPr>
          <p:cNvPr id="15" name="TextBox 14">
            <a:extLst xmlns:a="http://schemas.openxmlformats.org/drawingml/2006/main">
              <a:ext uri="{FF2B5EF4-FFF2-40B4-BE49-F238E27FC236}">
                <a16:creationId xmlns:a16="http://schemas.microsoft.com/office/drawing/2014/main" id="{E0FFF4D2-BD6E-49A6-839C-AC42D72ACB32}"/>
              </a:ext>
            </a:extLst>
          </p:cNvPr>
          <p:cNvSpPr>
            <a:spLocks xmlns:a="http://schemas.openxmlformats.org/drawingml/2006/main" noGrp="1"/>
          </p:cNvSpPr>
          <p:nvPr/>
        </p:nvSpPr>
        <p:spPr>
          <a:xfrm xmlns:a="http://schemas.openxmlformats.org/drawingml/2006/main">
            <a:off x="6477000" y="2762250"/>
            <a:ext cx="47625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14212B"/>
                </a:solidFill>
                <a:latin typeface="Yu Gothic UI"/>
                <a:ea typeface="Yu Gothic UI"/>
                <a:cs typeface="Yu Gothic UI"/>
              </a:defRPr>
            </a:pPr>
            <a:r>
              <a:rPr sz="2100" b="1">
                <a:solidFill>
                  <a:srgbClr val="14212B"/>
                </a:solidFill>
                <a:latin typeface="Yu Gothic UI"/>
                <a:ea typeface="Yu Gothic UI"/>
                <a:cs typeface="Yu Gothic UI"/>
              </a:rPr>
              <a:t>×  再インストール</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2000"/>
              </a:lnSpc>
              <a:buNone/>
              <a:defRPr sz="2100" b="1">
                <a:solidFill>
                  <a:srgbClr val="14212B"/>
                </a:solidFill>
                <a:latin typeface="Yu Gothic UI"/>
                <a:ea typeface="Yu Gothic UI"/>
                <a:cs typeface="Yu Gothic UI"/>
              </a:defRPr>
            </a:pPr>
            <a:r>
              <a:rPr sz="2100" b="1">
                <a:solidFill>
                  <a:srgbClr val="14212B"/>
                </a:solidFill>
                <a:latin typeface="Yu Gothic UI"/>
                <a:ea typeface="Yu Gothic UI"/>
                <a:cs typeface="Yu Gothic UI"/>
              </a:rPr>
              <a:t>×  モデルを何度も変更</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2000"/>
              </a:lnSpc>
              <a:buNone/>
              <a:defRPr sz="2100" b="1">
                <a:solidFill>
                  <a:srgbClr val="14212B"/>
                </a:solidFill>
                <a:latin typeface="Yu Gothic UI"/>
                <a:ea typeface="Yu Gothic UI"/>
                <a:cs typeface="Yu Gothic UI"/>
              </a:defRPr>
            </a:pPr>
            <a:r>
              <a:rPr sz="2100" b="1">
                <a:solidFill>
                  <a:srgbClr val="14212B"/>
                </a:solidFill>
                <a:latin typeface="Yu Gothic UI"/>
                <a:ea typeface="Yu Gothic UI"/>
                <a:cs typeface="Yu Gothic UI"/>
              </a:rPr>
              <a:t>×  投影したまま長時間デバッグ</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2000"/>
              </a:lnSpc>
              <a:buNone/>
              <a:defRPr sz="2100" b="1">
                <a:solidFill>
                  <a:srgbClr val="14212B"/>
                </a:solidFill>
                <a:latin typeface="Yu Gothic UI"/>
                <a:ea typeface="Yu Gothic UI"/>
                <a:cs typeface="Yu Gothic UI"/>
              </a:defRPr>
            </a:pPr>
            <a:r>
              <a:rPr sz="2100" b="1">
                <a:solidFill>
                  <a:srgbClr val="14212B"/>
                </a:solidFill>
                <a:latin typeface="Yu Gothic UI"/>
                <a:ea typeface="Yu Gothic UI"/>
                <a:cs typeface="Yu Gothic UI"/>
              </a:rPr>
              <a:t>×  本番データや別Projectへ切替</a:t>
            </a:r>
          </a:p>
        </p:txBody>
      </p:sp>
    </p:spTree>
    <p:extLst>
      <p:ext uri="{BB962C8B-B14F-4D97-AF65-F5344CB8AC3E}">
        <p14:creationId xmlns:p14="http://schemas.microsoft.com/office/powerpoint/2010/main" val="101826840"/>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5B291CA-69D9-49C5-8C2B-3DF511809C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4772A0CB-5AD0-4D79-9E33-EB1655090FA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9A231CBC-00CB-497C-8100-DEB880735455}"/>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2C7D2EE8-3B6F-40C5-AC41-FF68909F3B3B}"/>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FALLBACK</a:t>
            </a:r>
          </a:p>
        </p:txBody>
      </p:sp>
      <p:sp>
        <p:nvSpPr>
          <p:cNvPr id="6" name="TextBox 5">
            <a:extLst xmlns:a="http://schemas.openxmlformats.org/drawingml/2006/main">
              <a:ext uri="{FF2B5EF4-FFF2-40B4-BE49-F238E27FC236}">
                <a16:creationId xmlns:a16="http://schemas.microsoft.com/office/drawing/2014/main" id="{B242E4BF-E3CF-466E-A906-8E1AD0313610}"/>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予備デモは読み取り専用の2本です</a:t>
            </a:r>
          </a:p>
        </p:txBody>
      </p:sp>
      <p:sp>
        <p:nvSpPr>
          <p:cNvPr id="7" name="Rectangle 6">
            <a:extLst xmlns:a="http://schemas.openxmlformats.org/drawingml/2006/main">
              <a:ext uri="{FF2B5EF4-FFF2-40B4-BE49-F238E27FC236}">
                <a16:creationId xmlns:a16="http://schemas.microsoft.com/office/drawing/2014/main" id="{95EE1DD2-D196-4AC3-8DCC-216EBE8FD211}"/>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C318C350-E0DA-4DF2-9477-A98BB2A5FC99}"/>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F6BC3FE7-438E-4F98-AAE2-E7EE3F5B8A75}"/>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11 / 12</a:t>
            </a:r>
          </a:p>
        </p:txBody>
      </p:sp>
      <p:sp>
        <p:nvSpPr>
          <p:cNvPr id="10" name="Rectangle 9">
            <a:extLst xmlns:a="http://schemas.openxmlformats.org/drawingml/2006/main">
              <a:ext uri="{FF2B5EF4-FFF2-40B4-BE49-F238E27FC236}">
                <a16:creationId xmlns:a16="http://schemas.microsoft.com/office/drawing/2014/main" id="{E6E7D4EA-29B4-4712-8E15-974A03FFE333}"/>
              </a:ext>
            </a:extLst>
          </p:cNvPr>
          <p:cNvSpPr>
            <a:spLocks xmlns:a="http://schemas.openxmlformats.org/drawingml/2006/main" noGrp="1"/>
          </p:cNvSpPr>
          <p:nvPr/>
        </p:nvSpPr>
        <p:spPr>
          <a:xfrm xmlns:a="http://schemas.openxmlformats.org/drawingml/2006/main">
            <a:off x="647700" y="1619250"/>
            <a:ext cx="10896600" cy="4229100"/>
          </a:xfrm>
          <a:prstGeom xmlns:a="http://schemas.openxmlformats.org/drawingml/2006/main" prst="roundRect">
            <a:avLst>
              <a:gd name="adj" fmla="val 1351"/>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171450" rIns="266700" bIns="0" anchor="t">
            <a:noAutofit/>
          </a:bodyPr>
          <a:lstStyle xmlns:a="http://schemas.openxmlformats.org/drawingml/2006/main"/>
          <a:p xmlns:a="http://schemas.openxmlformats.org/drawingml/2006/main">
            <a:pPr algn="l">
              <a:lnSpc>
                <a:spcPct val="114000"/>
              </a:lnSpc>
              <a:buNone/>
              <a:defRPr sz="2025" b="1">
                <a:solidFill>
                  <a:srgbClr val="00A5E3"/>
                </a:solidFill>
                <a:latin typeface="Yu Gothic UI"/>
                <a:ea typeface="Yu Gothic UI"/>
                <a:cs typeface="Yu Gothic UI"/>
              </a:defRPr>
            </a:pPr>
            <a:r>
              <a:rPr sz="2025" b="1">
                <a:solidFill>
                  <a:srgbClr val="00A5E3"/>
                </a:solidFill>
                <a:latin typeface="Yu Gothic UI"/>
                <a:ea typeface="Yu Gothic UI"/>
                <a:cs typeface="Yu Gothic UI"/>
              </a:rPr>
              <a:t>各3分  |  ファイル変更なし</a:t>
            </a:r>
          </a:p>
        </p:txBody>
      </p:sp>
      <p:sp>
        <p:nvSpPr>
          <p:cNvPr id="11" name="TextBox 10">
            <a:extLst xmlns:a="http://schemas.openxmlformats.org/drawingml/2006/main">
              <a:ext uri="{FF2B5EF4-FFF2-40B4-BE49-F238E27FC236}">
                <a16:creationId xmlns:a16="http://schemas.microsoft.com/office/drawing/2014/main" id="{FFBB41D5-2C75-4FAC-A6DC-FA1FB76AA97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500" b="1">
                <a:solidFill>
                  <a:srgbClr val="0077B6"/>
                </a:solidFill>
                <a:latin typeface="Yu Gothic UI"/>
                <a:ea typeface="Yu Gothic UI"/>
                <a:cs typeface="Yu Gothic UI"/>
              </a:rPr>
              <a:t/>
            </a:r>
          </a:p>
        </p:txBody>
      </p:sp>
      <p:sp>
        <p:nvSpPr>
          <p:cNvPr id="12" name="Rectangle 11">
            <a:extLst xmlns:a="http://schemas.openxmlformats.org/drawingml/2006/main">
              <a:ext uri="{FF2B5EF4-FFF2-40B4-BE49-F238E27FC236}">
                <a16:creationId xmlns:a16="http://schemas.microsoft.com/office/drawing/2014/main" id="{02722827-85FB-4455-80E7-7A8A8F66AEF4}"/>
              </a:ext>
            </a:extLst>
          </p:cNvPr>
          <p:cNvSpPr>
            <a:spLocks xmlns:a="http://schemas.openxmlformats.org/drawingml/2006/main" noGrp="1"/>
          </p:cNvSpPr>
          <p:nvPr/>
        </p:nvSpPr>
        <p:spPr>
          <a:xfrm xmlns:a="http://schemas.openxmlformats.org/drawingml/2006/main">
            <a:off x="914400" y="2400300"/>
            <a:ext cx="10363200" cy="1257300"/>
          </a:xfrm>
          <a:prstGeom xmlns:a="http://schemas.openxmlformats.org/drawingml/2006/main" prst="roundRect">
            <a:avLst>
              <a:gd name="adj" fmla="val 4545"/>
            </a:avLst>
          </a:prstGeom>
          <a:solidFill xmlns:a="http://schemas.openxmlformats.org/drawingml/2006/main">
            <a:srgbClr val="E8F6FC"/>
          </a:solidFill>
          <a:ln xmlns:a="http://schemas.openxmlformats.org/drawingml/2006/main" w="11430">
            <a:solidFill>
              <a:srgbClr val="00A5E3"/>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09550" tIns="133350" rIns="209550" bIns="0" anchor="t">
            <a:noAutofit/>
          </a:bodyPr>
          <a:lstStyle xmlns:a="http://schemas.openxmlformats.org/drawingml/2006/main"/>
          <a:p xmlns:a="http://schemas.openxmlformats.org/drawingml/2006/main">
            <a:pPr algn="l">
              <a:lnSpc>
                <a:spcPct val="114000"/>
              </a:lnSpc>
              <a:buNone/>
              <a:defRPr sz="1725" b="1">
                <a:solidFill>
                  <a:srgbClr val="00A5E3"/>
                </a:solidFill>
                <a:latin typeface="Yu Gothic UI"/>
                <a:ea typeface="Yu Gothic UI"/>
                <a:cs typeface="Yu Gothic UI"/>
              </a:defRPr>
            </a:pPr>
            <a:r>
              <a:rPr sz="1725" b="1">
                <a:solidFill>
                  <a:srgbClr val="00A5E3"/>
                </a:solidFill>
                <a:latin typeface="Yu Gothic UI"/>
                <a:ea typeface="Yu Gothic UI"/>
                <a:cs typeface="Yu Gothic UI"/>
              </a:rPr>
              <a:t>経費CSV</a:t>
            </a:r>
          </a:p>
        </p:txBody>
      </p:sp>
      <p:sp>
        <p:nvSpPr>
          <p:cNvPr id="13" name="TextBox 12">
            <a:extLst xmlns:a="http://schemas.openxmlformats.org/drawingml/2006/main">
              <a:ext uri="{FF2B5EF4-FFF2-40B4-BE49-F238E27FC236}">
                <a16:creationId xmlns:a16="http://schemas.microsoft.com/office/drawing/2014/main" id="{E14AF83C-1230-4C71-B49C-32C5390AD4E2}"/>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0B2545"/>
                </a:solidFill>
                <a:latin typeface="Yu Gothic UI"/>
                <a:ea typeface="Yu Gothic UI"/>
                <a:cs typeface="Yu Gothic UI"/>
              </a:rPr>
              <a:t/>
            </a:r>
          </a:p>
        </p:txBody>
      </p:sp>
      <p:sp>
        <p:nvSpPr>
          <p:cNvPr id="14" name="TextBox 13">
            <a:extLst xmlns:a="http://schemas.openxmlformats.org/drawingml/2006/main">
              <a:ext uri="{FF2B5EF4-FFF2-40B4-BE49-F238E27FC236}">
                <a16:creationId xmlns:a16="http://schemas.microsoft.com/office/drawing/2014/main" id="{1F5A23B1-FB3C-460F-8503-0F8ABDA57927}"/>
              </a:ext>
            </a:extLst>
          </p:cNvPr>
          <p:cNvSpPr>
            <a:spLocks xmlns:a="http://schemas.openxmlformats.org/drawingml/2006/main" noGrp="1"/>
          </p:cNvSpPr>
          <p:nvPr/>
        </p:nvSpPr>
        <p:spPr>
          <a:xfrm xmlns:a="http://schemas.openxmlformats.org/drawingml/2006/main">
            <a:off x="1123950" y="2952750"/>
            <a:ext cx="9906000" cy="5888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14212B"/>
                </a:solidFill>
                <a:latin typeface="Yu Gothic UI"/>
                <a:ea typeface="Yu Gothic UI"/>
                <a:cs typeface="Yu Gothic UI"/>
              </a:defRPr>
            </a:pPr>
            <a:r>
              <a:rPr sz="1725" b="0">
                <a:solidFill>
                  <a:srgbClr val="14212B"/>
                </a:solidFill>
                <a:latin typeface="Yu Gothic UI"/>
                <a:ea typeface="Yu Gothic UI"/>
                <a:cs typeface="Yu Gothic UI"/>
              </a:rPr>
              <a:t>@.../input/expenses.csv から、10,000円超と</a:t>
            </a:r>
          </a:p>
          <a:p xmlns:a="http://schemas.openxmlformats.org/drawingml/2006/main">
            <a:pPr algn="l">
              <a:lnSpc>
                <a:spcPct val="112000"/>
              </a:lnSpc>
              <a:buNone/>
              <a:defRPr sz="1725" b="0">
                <a:solidFill>
                  <a:srgbClr val="14212B"/>
                </a:solidFill>
                <a:latin typeface="Yu Gothic UI"/>
                <a:ea typeface="Yu Gothic UI"/>
                <a:cs typeface="Yu Gothic UI"/>
              </a:defRPr>
            </a:pPr>
            <a:r>
              <a:rPr sz="1725" b="0">
                <a:solidFill>
                  <a:srgbClr val="14212B"/>
                </a:solidFill>
                <a:latin typeface="Yu Gothic UI"/>
                <a:ea typeface="Yu Gothic UI"/>
                <a:cs typeface="Yu Gothic UI"/>
              </a:rPr>
              <a:t>「同日・同額」を抽出し、Markdown表で回答。</a:t>
            </a:r>
          </a:p>
        </p:txBody>
      </p:sp>
      <p:sp>
        <p:nvSpPr>
          <p:cNvPr id="15" name="Rectangle 14">
            <a:extLst xmlns:a="http://schemas.openxmlformats.org/drawingml/2006/main">
              <a:ext uri="{FF2B5EF4-FFF2-40B4-BE49-F238E27FC236}">
                <a16:creationId xmlns:a16="http://schemas.microsoft.com/office/drawing/2014/main" id="{1A8D98BC-D49A-4A42-A278-448239061D48}"/>
              </a:ext>
            </a:extLst>
          </p:cNvPr>
          <p:cNvSpPr>
            <a:spLocks xmlns:a="http://schemas.openxmlformats.org/drawingml/2006/main" noGrp="1"/>
          </p:cNvSpPr>
          <p:nvPr/>
        </p:nvSpPr>
        <p:spPr>
          <a:xfrm xmlns:a="http://schemas.openxmlformats.org/drawingml/2006/main">
            <a:off x="914400" y="3905250"/>
            <a:ext cx="10363200" cy="1257300"/>
          </a:xfrm>
          <a:prstGeom xmlns:a="http://schemas.openxmlformats.org/drawingml/2006/main" prst="roundRect">
            <a:avLst>
              <a:gd name="adj" fmla="val 4545"/>
            </a:avLst>
          </a:prstGeom>
          <a:solidFill xmlns:a="http://schemas.openxmlformats.org/drawingml/2006/main">
            <a:srgbClr val="FFF1E4"/>
          </a:solidFill>
          <a:ln xmlns:a="http://schemas.openxmlformats.org/drawingml/2006/main" w="11430">
            <a:solidFill>
              <a:srgbClr val="EF7E00"/>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09550" tIns="133350" rIns="209550" bIns="0" anchor="t">
            <a:noAutofit/>
          </a:bodyPr>
          <a:lstStyle xmlns:a="http://schemas.openxmlformats.org/drawingml/2006/main"/>
          <a:p xmlns:a="http://schemas.openxmlformats.org/drawingml/2006/main">
            <a:pPr algn="l">
              <a:lnSpc>
                <a:spcPct val="114000"/>
              </a:lnSpc>
              <a:buNone/>
              <a:defRPr sz="1725" b="1">
                <a:solidFill>
                  <a:srgbClr val="EF7E00"/>
                </a:solidFill>
                <a:latin typeface="Yu Gothic UI"/>
                <a:ea typeface="Yu Gothic UI"/>
                <a:cs typeface="Yu Gothic UI"/>
              </a:defRPr>
            </a:pPr>
            <a:r>
              <a:rPr sz="1725" b="1">
                <a:solidFill>
                  <a:srgbClr val="EF7E00"/>
                </a:solidFill>
                <a:latin typeface="Yu Gothic UI"/>
                <a:ea typeface="Yu Gothic UI"/>
                <a:cs typeface="Yu Gothic UI"/>
              </a:rPr>
              <a:t>WBS</a:t>
            </a:r>
          </a:p>
        </p:txBody>
      </p:sp>
      <p:sp>
        <p:nvSpPr>
          <p:cNvPr id="16" name="TextBox 15">
            <a:extLst xmlns:a="http://schemas.openxmlformats.org/drawingml/2006/main">
              <a:ext uri="{FF2B5EF4-FFF2-40B4-BE49-F238E27FC236}">
                <a16:creationId xmlns:a16="http://schemas.microsoft.com/office/drawing/2014/main" id="{D9EB3FDC-A284-48D8-BB09-6ADF67FFDA9F}"/>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0077B6"/>
                </a:solidFill>
                <a:latin typeface="Yu Gothic UI"/>
                <a:ea typeface="Yu Gothic UI"/>
                <a:cs typeface="Yu Gothic UI"/>
              </a:rPr>
              <a:t/>
            </a:r>
          </a:p>
        </p:txBody>
      </p:sp>
      <p:sp>
        <p:nvSpPr>
          <p:cNvPr id="17" name="TextBox 16">
            <a:extLst xmlns:a="http://schemas.openxmlformats.org/drawingml/2006/main">
              <a:ext uri="{FF2B5EF4-FFF2-40B4-BE49-F238E27FC236}">
                <a16:creationId xmlns:a16="http://schemas.microsoft.com/office/drawing/2014/main" id="{ADCCB428-8D96-4D5E-A6C7-73C686B78990}"/>
              </a:ext>
            </a:extLst>
          </p:cNvPr>
          <p:cNvSpPr>
            <a:spLocks xmlns:a="http://schemas.openxmlformats.org/drawingml/2006/main" noGrp="1"/>
          </p:cNvSpPr>
          <p:nvPr/>
        </p:nvSpPr>
        <p:spPr>
          <a:xfrm xmlns:a="http://schemas.openxmlformats.org/drawingml/2006/main">
            <a:off x="1123950" y="4457700"/>
            <a:ext cx="9906000" cy="5888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14212B"/>
                </a:solidFill>
                <a:latin typeface="Yu Gothic UI"/>
                <a:ea typeface="Yu Gothic UI"/>
                <a:cs typeface="Yu Gothic UI"/>
              </a:defRPr>
            </a:pPr>
            <a:r>
              <a:rPr sz="1725" b="0">
                <a:solidFill>
                  <a:srgbClr val="14212B"/>
                </a:solidFill>
                <a:latin typeface="Yu Gothic UI"/>
                <a:ea typeface="Yu Gothic UI"/>
                <a:cs typeface="Yu Gothic UI"/>
              </a:rPr>
              <a:t>@.../input/sample_wbs.tsv から、期限超過と今週期限を分け、</a:t>
            </a:r>
          </a:p>
          <a:p xmlns:a="http://schemas.openxmlformats.org/drawingml/2006/main">
            <a:pPr algn="l">
              <a:lnSpc>
                <a:spcPct val="112000"/>
              </a:lnSpc>
              <a:buNone/>
              <a:defRPr sz="1725" b="0">
                <a:solidFill>
                  <a:srgbClr val="14212B"/>
                </a:solidFill>
                <a:latin typeface="Yu Gothic UI"/>
                <a:ea typeface="Yu Gothic UI"/>
                <a:cs typeface="Yu Gothic UI"/>
              </a:defRPr>
            </a:pPr>
            <a:r>
              <a:rPr sz="1725" b="0">
                <a:solidFill>
                  <a:srgbClr val="14212B"/>
                </a:solidFill>
                <a:latin typeface="Yu Gothic UI"/>
                <a:ea typeface="Yu Gothic UI"/>
                <a:cs typeface="Yu Gothic UI"/>
              </a:rPr>
              <a:t>優先3件を理由付きで回答。</a:t>
            </a:r>
          </a:p>
        </p:txBody>
      </p:sp>
      <p:sp>
        <p:nvSpPr>
          <p:cNvPr id="18" name="Rectangle 17">
            <a:extLst xmlns:a="http://schemas.openxmlformats.org/drawingml/2006/main">
              <a:ext uri="{FF2B5EF4-FFF2-40B4-BE49-F238E27FC236}">
                <a16:creationId xmlns:a16="http://schemas.microsoft.com/office/drawing/2014/main" id="{84202145-751D-44EE-BDA0-CE388796CF28}"/>
              </a:ext>
            </a:extLst>
          </p:cNvPr>
          <p:cNvSpPr>
            <a:spLocks xmlns:a="http://schemas.openxmlformats.org/drawingml/2006/main" noGrp="1"/>
          </p:cNvSpPr>
          <p:nvPr/>
        </p:nvSpPr>
        <p:spPr>
          <a:xfrm xmlns:a="http://schemas.openxmlformats.org/drawingml/2006/main">
            <a:off x="914400" y="5410200"/>
            <a:ext cx="10363200" cy="228600"/>
          </a:xfrm>
          <a:prstGeom xmlns:a="http://schemas.openxmlformats.org/drawingml/2006/main" prst="rect">
            <a:avLst/>
          </a:prstGeom>
          <a:noFill xmlns:a="http://schemas.openxmlformats.org/drawingml/2006/main"/>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0">
                <a:solidFill>
                  <a:srgbClr val="526571"/>
                </a:solidFill>
                <a:latin typeface="Yu Gothic UI"/>
                <a:ea typeface="Yu Gothic UI"/>
                <a:cs typeface="Yu Gothic UI"/>
              </a:defRPr>
            </a:pPr>
            <a:r>
              <a:rPr sz="1275" b="0">
                <a:solidFill>
                  <a:srgbClr val="526571"/>
                </a:solidFill>
                <a:latin typeface="Yu Gothic UI"/>
                <a:ea typeface="Yu Gothic UI"/>
                <a:cs typeface="Yu Gothic UI"/>
              </a:rPr>
              <a:t>正本: docs/demo/antigravity_workshop/BACKUP_PROMPTS.txt</a:t>
            </a:r>
          </a:p>
        </p:txBody>
      </p:sp>
      <p:pic>
        <p:nvPicPr>
          <p:cNvPr id="37" name="Picture 18"/>
          <p:cNvPicPr>
            <a:picLocks xmlns:a="http://schemas.openxmlformats.org/drawingml/2006/main" noChangeAspect="1"/>
          </p:cNvPicPr>
          <p:nvPr/>
        </p:nvPicPr>
        <p:blipFill>
          <a:blip xmlns:r="http://schemas.openxmlformats.org/officeDocument/2006/relationships" xmlns:a="http://schemas.openxmlformats.org/drawingml/2006/main" r:embed="Rb71544733ff24a0e"/>
          <a:stretch xmlns:a="http://schemas.openxmlformats.org/drawingml/2006/main">
            <a:fillRect l="0" t="0" r="0" b="0"/>
          </a:stretch>
        </p:blipFill>
        <p:spPr>
          <a:xfrm xmlns:a="http://schemas.openxmlformats.org/drawingml/2006/main">
            <a:off x="0" y="0"/>
            <a:ext cx="9525" cy="9525"/>
          </a:xfrm>
          <a:prstGeom xmlns:a="http://schemas.openxmlformats.org/drawingml/2006/main" prst="rect">
            <a:avLst/>
          </a:prstGeom>
        </p:spPr>
      </p:pic>
    </p:spTree>
    <p:extLst>
      <p:ext uri="{BB962C8B-B14F-4D97-AF65-F5344CB8AC3E}">
        <p14:creationId xmlns:p14="http://schemas.microsoft.com/office/powerpoint/2010/main" val="1572764954"/>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EC84F70-81E7-483D-A05C-B7DE41042B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3" name="Rectangle 2">
            <a:extLst xmlns:a="http://schemas.openxmlformats.org/drawingml/2006/main">
              <a:ext uri="{FF2B5EF4-FFF2-40B4-BE49-F238E27FC236}">
                <a16:creationId xmlns:a16="http://schemas.microsoft.com/office/drawing/2014/main" id="{FCEFCFE4-72CC-4F56-B292-0ABD0EB4429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5E3"/>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4" name="Rectangle 3">
            <a:extLst xmlns:a="http://schemas.openxmlformats.org/drawingml/2006/main">
              <a:ext uri="{FF2B5EF4-FFF2-40B4-BE49-F238E27FC236}">
                <a16:creationId xmlns:a16="http://schemas.microsoft.com/office/drawing/2014/main" id="{B657F3F2-468B-4313-B9C8-34696633E41B}"/>
              </a:ext>
            </a:extLst>
          </p:cNvPr>
          <p:cNvSpPr>
            <a:spLocks xmlns:a="http://schemas.openxmlformats.org/drawingml/2006/main" noGrp="1"/>
          </p:cNvSpPr>
          <p:nvPr/>
        </p:nvSpPr>
        <p:spPr>
          <a:xfrm xmlns:a="http://schemas.openxmlformats.org/drawingml/2006/main">
            <a:off x="647700" y="466725"/>
            <a:ext cx="76200" cy="495300"/>
          </a:xfrm>
          <a:prstGeom xmlns:a="http://schemas.openxmlformats.org/drawingml/2006/main" prst="rect">
            <a:avLst/>
          </a:prstGeom>
          <a:solidFill xmlns:a="http://schemas.openxmlformats.org/drawingml/2006/main">
            <a:srgbClr val="EF7E00"/>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5" name="TextBox 4">
            <a:extLst xmlns:a="http://schemas.openxmlformats.org/drawingml/2006/main">
              <a:ext uri="{FF2B5EF4-FFF2-40B4-BE49-F238E27FC236}">
                <a16:creationId xmlns:a16="http://schemas.microsoft.com/office/drawing/2014/main" id="{D4D4A609-0746-4210-9CBC-FB366E94F31F}"/>
              </a:ext>
            </a:extLst>
          </p:cNvPr>
          <p:cNvSpPr>
            <a:spLocks xmlns:a="http://schemas.openxmlformats.org/drawingml/2006/main" noGrp="1"/>
          </p:cNvSpPr>
          <p:nvPr/>
        </p:nvSpPr>
        <p:spPr>
          <a:xfrm xmlns:a="http://schemas.openxmlformats.org/drawingml/2006/main">
            <a:off x="876300" y="3619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75" b="1">
                <a:solidFill>
                  <a:srgbClr val="00A5E3"/>
                </a:solidFill>
                <a:latin typeface="Yu Gothic UI"/>
                <a:ea typeface="Yu Gothic UI"/>
                <a:cs typeface="Yu Gothic UI"/>
              </a:defRPr>
            </a:pPr>
            <a:r>
              <a:rPr sz="1275" b="1">
                <a:solidFill>
                  <a:srgbClr val="00A5E3"/>
                </a:solidFill>
                <a:latin typeface="Yu Gothic UI"/>
                <a:ea typeface="Yu Gothic UI"/>
                <a:cs typeface="Yu Gothic UI"/>
              </a:rPr>
              <a:t>MIGHTYLINK  |  8/26 社内AI研修  |  NEXT DAY</a:t>
            </a:r>
          </a:p>
        </p:txBody>
      </p:sp>
      <p:sp>
        <p:nvSpPr>
          <p:cNvPr id="6" name="TextBox 5">
            <a:extLst xmlns:a="http://schemas.openxmlformats.org/drawingml/2006/main">
              <a:ext uri="{FF2B5EF4-FFF2-40B4-BE49-F238E27FC236}">
                <a16:creationId xmlns:a16="http://schemas.microsoft.com/office/drawing/2014/main" id="{AD26DB06-CFBA-484E-BE47-FAFC2AE93A2D}"/>
              </a:ext>
            </a:extLst>
          </p:cNvPr>
          <p:cNvSpPr>
            <a:spLocks xmlns:a="http://schemas.openxmlformats.org/drawingml/2006/main" noGrp="1"/>
          </p:cNvSpPr>
          <p:nvPr/>
        </p:nvSpPr>
        <p:spPr>
          <a:xfrm xmlns:a="http://schemas.openxmlformats.org/drawingml/2006/main">
            <a:off x="876300" y="666750"/>
            <a:ext cx="10572750" cy="62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3600" b="1">
                <a:solidFill>
                  <a:srgbClr val="14212B"/>
                </a:solidFill>
                <a:latin typeface="Yu Gothic UI"/>
                <a:ea typeface="Yu Gothic UI"/>
                <a:cs typeface="Yu Gothic UI"/>
              </a:defRPr>
            </a:pPr>
            <a:r>
              <a:rPr sz="3600" b="1">
                <a:solidFill>
                  <a:srgbClr val="14212B"/>
                </a:solidFill>
                <a:latin typeface="Yu Gothic UI"/>
                <a:ea typeface="Yu Gothic UI"/>
                <a:cs typeface="Yu Gothic UI"/>
              </a:rPr>
              <a:t>8/27から、1人1業務1プロンプト</a:t>
            </a:r>
          </a:p>
        </p:txBody>
      </p:sp>
      <p:sp>
        <p:nvSpPr>
          <p:cNvPr id="7" name="Rectangle 6">
            <a:extLst xmlns:a="http://schemas.openxmlformats.org/drawingml/2006/main">
              <a:ext uri="{FF2B5EF4-FFF2-40B4-BE49-F238E27FC236}">
                <a16:creationId xmlns:a16="http://schemas.microsoft.com/office/drawing/2014/main" id="{84AD41C3-03D5-4A39-92CE-C3B1D791167D}"/>
              </a:ext>
            </a:extLst>
          </p:cNvPr>
          <p:cNvSpPr>
            <a:spLocks xmlns:a="http://schemas.openxmlformats.org/drawingml/2006/main" noGrp="1"/>
          </p:cNvSpPr>
          <p:nvPr/>
        </p:nvSpPr>
        <p:spPr>
          <a:xfrm xmlns:a="http://schemas.openxmlformats.org/drawingml/2006/main">
            <a:off x="647700" y="6362700"/>
            <a:ext cx="10896600" cy="19050"/>
          </a:xfrm>
          <a:prstGeom xmlns:a="http://schemas.openxmlformats.org/drawingml/2006/main" prst="rect">
            <a:avLst/>
          </a:prstGeom>
          <a:solidFill xmlns:a="http://schemas.openxmlformats.org/drawingml/2006/main">
            <a:srgbClr val="C9D8E1"/>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p>
        </p:txBody>
      </p:sp>
      <p:sp>
        <p:nvSpPr>
          <p:cNvPr id="8" name="TextBox 7">
            <a:extLst xmlns:a="http://schemas.openxmlformats.org/drawingml/2006/main">
              <a:ext uri="{FF2B5EF4-FFF2-40B4-BE49-F238E27FC236}">
                <a16:creationId xmlns:a16="http://schemas.microsoft.com/office/drawing/2014/main" id="{1C9E6CB9-BE02-475C-A9B4-0C1D31E56BB1}"/>
              </a:ext>
            </a:extLst>
          </p:cNvPr>
          <p:cNvSpPr>
            <a:spLocks xmlns:a="http://schemas.openxmlformats.org/drawingml/2006/main" noGrp="1"/>
          </p:cNvSpPr>
          <p:nvPr/>
        </p:nvSpPr>
        <p:spPr>
          <a:xfrm xmlns:a="http://schemas.openxmlformats.org/drawingml/2006/main">
            <a:off x="647700" y="6467475"/>
            <a:ext cx="723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125" b="0">
                <a:solidFill>
                  <a:srgbClr val="526571"/>
                </a:solidFill>
                <a:latin typeface="Yu Gothic UI"/>
                <a:ea typeface="Yu Gothic UI"/>
                <a:cs typeface="Yu Gothic UI"/>
              </a:defRPr>
            </a:pPr>
            <a:r>
              <a:rPr sz="1125" b="0">
                <a:solidFill>
                  <a:srgbClr val="526571"/>
                </a:solidFill>
                <a:latin typeface="Yu Gothic UI"/>
                <a:ea typeface="Yu Gothic UI"/>
                <a:cs typeface="Yu Gothic UI"/>
              </a:rPr>
              <a:t>社長事前確認版  |  Google Antigravity 2.0</a:t>
            </a:r>
          </a:p>
        </p:txBody>
      </p:sp>
      <p:sp>
        <p:nvSpPr>
          <p:cNvPr id="9" name="TextBox 8">
            <a:extLst xmlns:a="http://schemas.openxmlformats.org/drawingml/2006/main">
              <a:ext uri="{FF2B5EF4-FFF2-40B4-BE49-F238E27FC236}">
                <a16:creationId xmlns:a16="http://schemas.microsoft.com/office/drawing/2014/main" id="{BBE9A055-2F32-45E5-9FA1-F41D13331CC7}"/>
              </a:ext>
            </a:extLst>
          </p:cNvPr>
          <p:cNvSpPr>
            <a:spLocks xmlns:a="http://schemas.openxmlformats.org/drawingml/2006/main" noGrp="1"/>
          </p:cNvSpPr>
          <p:nvPr/>
        </p:nvSpPr>
        <p:spPr>
          <a:xfrm xmlns:a="http://schemas.openxmlformats.org/drawingml/2006/main">
            <a:off x="10334625" y="6467475"/>
            <a:ext cx="1209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4000"/>
              </a:lnSpc>
              <a:buNone/>
              <a:defRPr sz="1125" b="1">
                <a:solidFill>
                  <a:srgbClr val="526571"/>
                </a:solidFill>
                <a:latin typeface="Yu Gothic UI"/>
                <a:ea typeface="Yu Gothic UI"/>
                <a:cs typeface="Yu Gothic UI"/>
              </a:defRPr>
            </a:pPr>
            <a:r>
              <a:rPr sz="1125" b="1">
                <a:solidFill>
                  <a:srgbClr val="526571"/>
                </a:solidFill>
                <a:latin typeface="Yu Gothic UI"/>
                <a:ea typeface="Yu Gothic UI"/>
                <a:cs typeface="Yu Gothic UI"/>
              </a:rPr>
              <a:t>12 / 12</a:t>
            </a:r>
          </a:p>
        </p:txBody>
      </p:sp>
      <p:sp>
        <p:nvSpPr>
          <p:cNvPr id="10" name="Rectangle 9">
            <a:extLst xmlns:a="http://schemas.openxmlformats.org/drawingml/2006/main">
              <a:ext uri="{FF2B5EF4-FFF2-40B4-BE49-F238E27FC236}">
                <a16:creationId xmlns:a16="http://schemas.microsoft.com/office/drawing/2014/main" id="{3D3C0645-73FE-40C9-80F2-6C167D0490D4}"/>
              </a:ext>
            </a:extLst>
          </p:cNvPr>
          <p:cNvSpPr>
            <a:spLocks xmlns:a="http://schemas.openxmlformats.org/drawingml/2006/main" noGrp="1"/>
          </p:cNvSpPr>
          <p:nvPr/>
        </p:nvSpPr>
        <p:spPr>
          <a:xfrm xmlns:a="http://schemas.openxmlformats.org/drawingml/2006/main">
            <a:off x="647700" y="1676400"/>
            <a:ext cx="6705600" cy="4114800"/>
          </a:xfrm>
          <a:prstGeom xmlns:a="http://schemas.openxmlformats.org/drawingml/2006/main" prst="roundRect">
            <a:avLst>
              <a:gd name="adj" fmla="val 1389"/>
            </a:avLst>
          </a:prstGeom>
          <a:solidFill xmlns:a="http://schemas.openxmlformats.org/drawingml/2006/main">
            <a:srgbClr val="FFFFFF"/>
          </a:solidFill>
          <a:ln xmlns:a="http://schemas.openxmlformats.org/drawingml/2006/main" w="13335">
            <a:solidFill>
              <a:srgbClr val="C9D8E1"/>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266700" tIns="209550" rIns="266700" bIns="0" anchor="t">
            <a:noAutofit/>
          </a:bodyPr>
          <a:lstStyle xmlns:a="http://schemas.openxmlformats.org/drawingml/2006/main"/>
          <a:p xmlns:a="http://schemas.openxmlformats.org/drawingml/2006/main">
            <a:pPr algn="l">
              <a:lnSpc>
                <a:spcPct val="114000"/>
              </a:lnSpc>
              <a:buNone/>
              <a:defRPr sz="2325" b="1">
                <a:solidFill>
                  <a:srgbClr val="00A5E3"/>
                </a:solidFill>
                <a:latin typeface="Yu Gothic UI"/>
                <a:ea typeface="Yu Gothic UI"/>
                <a:cs typeface="Yu Gothic UI"/>
              </a:defRPr>
            </a:pPr>
            <a:r>
              <a:rPr sz="2325" b="1">
                <a:solidFill>
                  <a:srgbClr val="00A5E3"/>
                </a:solidFill>
                <a:latin typeface="Yu Gothic UI"/>
                <a:ea typeface="Yu Gothic UI"/>
                <a:cs typeface="Yu Gothic UI"/>
              </a:rPr>
              <a:t>翌日の3アクション</a:t>
            </a:r>
          </a:p>
        </p:txBody>
      </p:sp>
      <p:sp>
        <p:nvSpPr>
          <p:cNvPr id="11" name="TextBox 10">
            <a:extLst xmlns:a="http://schemas.openxmlformats.org/drawingml/2006/main">
              <a:ext uri="{FF2B5EF4-FFF2-40B4-BE49-F238E27FC236}">
                <a16:creationId xmlns:a16="http://schemas.microsoft.com/office/drawing/2014/main" id="{12010C74-2549-4CE1-89F7-93F67480AD0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B2545"/>
                </a:solidFill>
                <a:latin typeface="Yu Gothic UI"/>
                <a:ea typeface="Yu Gothic UI"/>
                <a:cs typeface="Yu Gothic UI"/>
              </a:rPr>
              <a:t/>
            </a:r>
          </a:p>
        </p:txBody>
      </p:sp>
      <p:sp>
        <p:nvSpPr>
          <p:cNvPr id="12" name="TextBox 11">
            <a:extLst xmlns:a="http://schemas.openxmlformats.org/drawingml/2006/main">
              <a:ext uri="{FF2B5EF4-FFF2-40B4-BE49-F238E27FC236}">
                <a16:creationId xmlns:a16="http://schemas.microsoft.com/office/drawing/2014/main" id="{48184E41-1B43-48F8-BD28-629AE0D41778}"/>
              </a:ext>
            </a:extLst>
          </p:cNvPr>
          <p:cNvSpPr>
            <a:spLocks xmlns:a="http://schemas.openxmlformats.org/drawingml/2006/main" noGrp="1"/>
          </p:cNvSpPr>
          <p:nvPr/>
        </p:nvSpPr>
        <p:spPr>
          <a:xfrm xmlns:a="http://schemas.openxmlformats.org/drawingml/2006/main">
            <a:off x="914400" y="2781300"/>
            <a:ext cx="6096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250" b="1">
                <a:solidFill>
                  <a:srgbClr val="14212B"/>
                </a:solidFill>
                <a:latin typeface="Yu Gothic UI"/>
                <a:ea typeface="Yu Gothic UI"/>
                <a:cs typeface="Yu Gothic UI"/>
              </a:defRPr>
            </a:pPr>
            <a:r>
              <a:rPr sz="2250" b="1">
                <a:solidFill>
                  <a:srgbClr val="14212B"/>
                </a:solidFill>
                <a:latin typeface="Yu Gothic UI"/>
                <a:ea typeface="Yu Gothic UI"/>
                <a:cs typeface="Yu Gothic UI"/>
              </a:rPr>
              <a:t>01  繰り返し業務を一つ選ぶ</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2000"/>
              </a:lnSpc>
              <a:buNone/>
              <a:defRPr sz="2250" b="1">
                <a:solidFill>
                  <a:srgbClr val="14212B"/>
                </a:solidFill>
                <a:latin typeface="Yu Gothic UI"/>
                <a:ea typeface="Yu Gothic UI"/>
                <a:cs typeface="Yu Gothic UI"/>
              </a:defRPr>
            </a:pPr>
            <a:r>
              <a:rPr sz="2250" b="1">
                <a:solidFill>
                  <a:srgbClr val="14212B"/>
                </a:solidFill>
                <a:latin typeface="Yu Gothic UI"/>
                <a:ea typeface="Yu Gothic UI"/>
                <a:cs typeface="Yu Gothic UI"/>
              </a:rPr>
              <a:t>02  合成・匿名化データで試す</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2000"/>
              </a:lnSpc>
              <a:buNone/>
              <a:defRPr sz="2250" b="1">
                <a:solidFill>
                  <a:srgbClr val="14212B"/>
                </a:solidFill>
                <a:latin typeface="Yu Gothic UI"/>
                <a:ea typeface="Yu Gothic UI"/>
                <a:cs typeface="Yu Gothic UI"/>
              </a:defRPr>
            </a:pPr>
            <a:r>
              <a:rPr sz="2250" b="1">
                <a:solidFill>
                  <a:srgbClr val="14212B"/>
                </a:solidFill>
                <a:latin typeface="Yu Gothic UI"/>
                <a:ea typeface="Yu Gothic UI"/>
                <a:cs typeface="Yu Gothic UI"/>
              </a:rPr>
              <a:t>03  役立ったプロンプトと確認方法を共有する</a:t>
            </a:r>
          </a:p>
        </p:txBody>
      </p:sp>
      <p:sp>
        <p:nvSpPr>
          <p:cNvPr id="13" name="Rectangle 12">
            <a:extLst xmlns:a="http://schemas.openxmlformats.org/drawingml/2006/main">
              <a:ext uri="{FF2B5EF4-FFF2-40B4-BE49-F238E27FC236}">
                <a16:creationId xmlns:a16="http://schemas.microsoft.com/office/drawing/2014/main" id="{34720681-B5F3-47F9-A4B1-4D082BE97D1C}"/>
              </a:ext>
            </a:extLst>
          </p:cNvPr>
          <p:cNvSpPr>
            <a:spLocks xmlns:a="http://schemas.openxmlformats.org/drawingml/2006/main" noGrp="1"/>
          </p:cNvSpPr>
          <p:nvPr/>
        </p:nvSpPr>
        <p:spPr>
          <a:xfrm xmlns:a="http://schemas.openxmlformats.org/drawingml/2006/main">
            <a:off x="7620000" y="1676400"/>
            <a:ext cx="3924300" cy="4114800"/>
          </a:xfrm>
          <a:prstGeom xmlns:a="http://schemas.openxmlformats.org/drawingml/2006/main" prst="roundRect">
            <a:avLst>
              <a:gd name="adj" fmla="val 1456"/>
            </a:avLst>
          </a:prstGeom>
          <a:solidFill xmlns:a="http://schemas.openxmlformats.org/drawingml/2006/main">
            <a:srgbClr val="071A2B"/>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lIns="304800" tIns="209550" rIns="304800" bIns="0" anchor="t">
            <a:noAutofit/>
          </a:bodyPr>
          <a:lstStyle xmlns:a="http://schemas.openxmlformats.org/drawingml/2006/main"/>
          <a:p xmlns:a="http://schemas.openxmlformats.org/drawingml/2006/main">
            <a:pPr algn="l">
              <a:lnSpc>
                <a:spcPct val="114000"/>
              </a:lnSpc>
              <a:buNone/>
              <a:defRPr sz="2325" b="1">
                <a:solidFill>
                  <a:srgbClr val="FFFFFF"/>
                </a:solidFill>
                <a:latin typeface="Yu Gothic UI"/>
                <a:ea typeface="Yu Gothic UI"/>
                <a:cs typeface="Yu Gothic UI"/>
              </a:defRPr>
            </a:pPr>
            <a:r>
              <a:rPr sz="2325" b="1">
                <a:solidFill>
                  <a:srgbClr val="FFFFFF"/>
                </a:solidFill>
                <a:latin typeface="Yu Gothic UI"/>
                <a:ea typeface="Yu Gothic UI"/>
                <a:cs typeface="Yu Gothic UI"/>
              </a:rPr>
              <a:t>8/26の持ち帰り</a:t>
            </a:r>
          </a:p>
        </p:txBody>
      </p:sp>
      <p:sp>
        <p:nvSpPr>
          <p:cNvPr id="14" name="TextBox 13">
            <a:extLst xmlns:a="http://schemas.openxmlformats.org/drawingml/2006/main">
              <a:ext uri="{FF2B5EF4-FFF2-40B4-BE49-F238E27FC236}">
                <a16:creationId xmlns:a16="http://schemas.microsoft.com/office/drawing/2014/main" id="{88F10C31-4072-4798-BA22-4F7AB26A9BC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0077B6"/>
                </a:solidFill>
                <a:latin typeface="Yu Gothic UI"/>
                <a:ea typeface="Yu Gothic UI"/>
                <a:cs typeface="Yu Gothic UI"/>
              </a:rPr>
              <a:t/>
            </a:r>
          </a:p>
        </p:txBody>
      </p:sp>
      <p:sp>
        <p:nvSpPr>
          <p:cNvPr id="15" name="TextBox 14">
            <a:extLst xmlns:a="http://schemas.openxmlformats.org/drawingml/2006/main">
              <a:ext uri="{FF2B5EF4-FFF2-40B4-BE49-F238E27FC236}">
                <a16:creationId xmlns:a16="http://schemas.microsoft.com/office/drawing/2014/main" id="{E0FFF4D2-BD6E-49A6-839C-AC42D72ACB32}"/>
              </a:ext>
            </a:extLst>
          </p:cNvPr>
          <p:cNvSpPr>
            <a:spLocks xmlns:a="http://schemas.openxmlformats.org/drawingml/2006/main" noGrp="1"/>
          </p:cNvSpPr>
          <p:nvPr/>
        </p:nvSpPr>
        <p:spPr>
          <a:xfrm xmlns:a="http://schemas.openxmlformats.org/drawingml/2006/main">
            <a:off x="7924800" y="2724150"/>
            <a:ext cx="3314700" cy="26490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2175" b="1">
                <a:solidFill>
                  <a:srgbClr val="FFFFFF"/>
                </a:solidFill>
                <a:latin typeface="Yu Gothic UI"/>
                <a:ea typeface="Yu Gothic UI"/>
                <a:cs typeface="Yu Gothic UI"/>
              </a:defRPr>
            </a:pPr>
            <a:r>
              <a:rPr sz="2175" b="1">
                <a:solidFill>
                  <a:srgbClr val="FFFFFF"/>
                </a:solidFill>
                <a:latin typeface="Yu Gothic UI"/>
                <a:ea typeface="Yu Gothic UI"/>
                <a:cs typeface="Yu Gothic UI"/>
              </a:rPr>
              <a:t>1  prompt</a:t>
            </a:r>
          </a:p>
          <a:p xmlns:a="http://schemas.openxmlformats.org/drawingml/2006/main">
            <a:pPr algn="l">
              <a:lnSpc>
                <a:spcPct val="124000"/>
              </a:lnSpc>
              <a:buNone/>
              <a:defRPr sz="2175" b="1">
                <a:solidFill>
                  <a:srgbClr val="FFFFFF"/>
                </a:solidFill>
                <a:latin typeface="Yu Gothic UI"/>
                <a:ea typeface="Yu Gothic UI"/>
                <a:cs typeface="Yu Gothic UI"/>
              </a:defRPr>
            </a:pPr>
            <a:r>
              <a:rPr sz="2175" b="1">
                <a:solidFill>
                  <a:srgbClr val="FFFFFF"/>
                </a:solidFill>
                <a:latin typeface="Yu Gothic UI"/>
                <a:ea typeface="Yu Gothic UI"/>
                <a:cs typeface="Yu Gothic UI"/>
              </a:rPr>
              <a:t>1  deliverable</a:t>
            </a:r>
          </a:p>
          <a:p xmlns:a="http://schemas.openxmlformats.org/drawingml/2006/main">
            <a:pPr algn="l">
              <a:lnSpc>
                <a:spcPct val="124000"/>
              </a:lnSpc>
              <a:buNone/>
              <a:defRPr sz="2175" b="1">
                <a:solidFill>
                  <a:srgbClr val="FFFFFF"/>
                </a:solidFill>
                <a:latin typeface="Yu Gothic UI"/>
                <a:ea typeface="Yu Gothic UI"/>
                <a:cs typeface="Yu Gothic UI"/>
              </a:defRPr>
            </a:pPr>
            <a:r>
              <a:rPr sz="2175" b="1">
                <a:solidFill>
                  <a:srgbClr val="FFFFFF"/>
                </a:solidFill>
                <a:latin typeface="Yu Gothic UI"/>
                <a:ea typeface="Yu Gothic UI"/>
                <a:cs typeface="Yu Gothic UI"/>
              </a:rPr>
              <a:t>1  proof</a:t>
            </a:r>
          </a:p>
          <a:p xmlns:a="http://schemas.openxmlformats.org/drawingml/2006/main">
            <a:pPr algn="l">
              <a:buNone/>
            </a:pPr>
            <a:r>
              <a:rPr sz="1200" b="0">
                <a:solidFill>
                  <a:srgbClr val="334155"/>
                </a:solidFill>
                <a:latin typeface="Yu Gothic UI"/>
                <a:ea typeface="Yu Gothic UI"/>
                <a:cs typeface="Yu Gothic UI"/>
              </a:rPr>
              <a:t/>
            </a:r>
          </a:p>
          <a:p xmlns:a="http://schemas.openxmlformats.org/drawingml/2006/main">
            <a:pPr algn="l">
              <a:lnSpc>
                <a:spcPct val="124000"/>
              </a:lnSpc>
              <a:buNone/>
              <a:defRPr sz="2175" b="1">
                <a:solidFill>
                  <a:srgbClr val="FFFFFF"/>
                </a:solidFill>
                <a:latin typeface="Yu Gothic UI"/>
                <a:ea typeface="Yu Gothic UI"/>
                <a:cs typeface="Yu Gothic UI"/>
              </a:defRPr>
            </a:pPr>
            <a:r>
              <a:rPr sz="2175" b="1">
                <a:solidFill>
                  <a:srgbClr val="FFFFFF"/>
                </a:solidFill>
                <a:latin typeface="Yu Gothic UI"/>
                <a:ea typeface="Yu Gothic UI"/>
                <a:cs typeface="Yu Gothic UI"/>
              </a:rPr>
              <a:t>AIに任せる範囲と</a:t>
            </a:r>
          </a:p>
          <a:p xmlns:a="http://schemas.openxmlformats.org/drawingml/2006/main">
            <a:pPr algn="l">
              <a:lnSpc>
                <a:spcPct val="124000"/>
              </a:lnSpc>
              <a:buNone/>
              <a:defRPr sz="2175" b="1">
                <a:solidFill>
                  <a:srgbClr val="FFFFFF"/>
                </a:solidFill>
                <a:latin typeface="Yu Gothic UI"/>
                <a:ea typeface="Yu Gothic UI"/>
                <a:cs typeface="Yu Gothic UI"/>
              </a:defRPr>
            </a:pPr>
            <a:r>
              <a:rPr sz="2175" b="1">
                <a:solidFill>
                  <a:srgbClr val="FFFFFF"/>
                </a:solidFill>
                <a:latin typeface="Yu Gothic UI"/>
                <a:ea typeface="Yu Gothic UI"/>
                <a:cs typeface="Yu Gothic UI"/>
              </a:rPr>
              <a:t>人が確かめる場所を</a:t>
            </a:r>
          </a:p>
          <a:p xmlns:a="http://schemas.openxmlformats.org/drawingml/2006/main">
            <a:pPr algn="l">
              <a:lnSpc>
                <a:spcPct val="124000"/>
              </a:lnSpc>
              <a:buNone/>
              <a:defRPr sz="2175" b="1">
                <a:solidFill>
                  <a:srgbClr val="FFFFFF"/>
                </a:solidFill>
                <a:latin typeface="Yu Gothic UI"/>
                <a:ea typeface="Yu Gothic UI"/>
                <a:cs typeface="Yu Gothic UI"/>
              </a:defRPr>
            </a:pPr>
            <a:r>
              <a:rPr sz="2175" b="1">
                <a:solidFill>
                  <a:srgbClr val="FFFFFF"/>
                </a:solidFill>
                <a:latin typeface="Yu Gothic UI"/>
                <a:ea typeface="Yu Gothic UI"/>
                <a:cs typeface="Yu Gothic UI"/>
              </a:rPr>
              <a:t>セットで持ち帰る。</a:t>
            </a:r>
          </a:p>
        </p:txBody>
      </p:sp>
    </p:spTree>
    <p:extLst>
      <p:ext uri="{BB962C8B-B14F-4D97-AF65-F5344CB8AC3E}">
        <p14:creationId xmlns:p14="http://schemas.microsoft.com/office/powerpoint/2010/main" val="1018268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2026-08-08T06:06:26.9180000Z</dcterms:created>
  <dcterms:modified xsi:type="dcterms:W3CDTF">2026-08-08T06:06:26.9180000Z</dcterms:modified>
</coreProperties>
</file>