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de49e6b6d74493" /><Relationship Type="http://schemas.openxmlformats.org/officeDocument/2006/relationships/extended-properties" Target="/docProps/app.xml" Id="R6423b664692e47e8" /><Relationship Type="http://schemas.openxmlformats.org/officeDocument/2006/relationships/officeDocument" Target="/ppt/presentation.xml" Id="Rb68a961b7a3b488a" /></Relationships>
</file>

<file path=ppt/presentation.xml><?xml version="1.0" encoding="utf-8"?>
<p:presentation xmlns:p="http://schemas.openxmlformats.org/presentationml/2006/main">
  <p:sldMasterIdLst>
    <p:sldMasterId xmlns:r="http://schemas.openxmlformats.org/officeDocument/2006/relationships" id="2147483648" r:id="R1f195aced39747e5"/>
  </p:sldMasterIdLst>
  <p:notesMasterIdLst>
    <p:notesMasterId xmlns:r="http://schemas.openxmlformats.org/officeDocument/2006/relationships" r:id="R0b0d22f3172949ae"/>
  </p:notesMasterIdLst>
  <p:sldIdLst>
    <p:sldId xmlns:r="http://schemas.openxmlformats.org/officeDocument/2006/relationships" id="256" r:id="Rc6e0779b6d614540"/>
    <p:sldId xmlns:r="http://schemas.openxmlformats.org/officeDocument/2006/relationships" id="257" r:id="Rafc072c5605d4f67"/>
    <p:sldId xmlns:r="http://schemas.openxmlformats.org/officeDocument/2006/relationships" id="258" r:id="R5188b21559eb48b3"/>
    <p:sldId xmlns:r="http://schemas.openxmlformats.org/officeDocument/2006/relationships" id="259" r:id="R551c7f6f4d1b4949"/>
    <p:sldId xmlns:r="http://schemas.openxmlformats.org/officeDocument/2006/relationships" id="260" r:id="Rcdb8cc09fff34bee"/>
    <p:sldId xmlns:r="http://schemas.openxmlformats.org/officeDocument/2006/relationships" id="261" r:id="R651c6ff7ade34342"/>
    <p:sldId xmlns:r="http://schemas.openxmlformats.org/officeDocument/2006/relationships" id="262" r:id="Rba14ce01acac4d0a"/>
    <p:sldId xmlns:r="http://schemas.openxmlformats.org/officeDocument/2006/relationships" id="263" r:id="Rbe978a3da6604544"/>
    <p:sldId xmlns:r="http://schemas.openxmlformats.org/officeDocument/2006/relationships" id="264" r:id="Rd7b953e6724e4129"/>
    <p:sldId xmlns:r="http://schemas.openxmlformats.org/officeDocument/2006/relationships" id="265" r:id="Rdbe3b5aa7ebb4619"/>
    <p:sldId xmlns:r="http://schemas.openxmlformats.org/officeDocument/2006/relationships" id="266" r:id="Rc094d9f8164d4683"/>
    <p:sldId xmlns:r="http://schemas.openxmlformats.org/officeDocument/2006/relationships" id="267" r:id="R1bb6aa99a16b48f0"/>
    <p:sldId xmlns:r="http://schemas.openxmlformats.org/officeDocument/2006/relationships" id="268" r:id="R4371ea5c80df4fd4"/>
    <p:sldId xmlns:r="http://schemas.openxmlformats.org/officeDocument/2006/relationships" id="269" r:id="R5fdc9b493de34da9"/>
    <p:sldId xmlns:r="http://schemas.openxmlformats.org/officeDocument/2006/relationships" id="270" r:id="R7ade9104e3464eb4"/>
    <p:sldId xmlns:r="http://schemas.openxmlformats.org/officeDocument/2006/relationships" id="271" r:id="Rb4db482c3c144437"/>
    <p:sldId xmlns:r="http://schemas.openxmlformats.org/officeDocument/2006/relationships" id="272" r:id="R8a3abf3a2d074c45"/>
    <p:sldId xmlns:r="http://schemas.openxmlformats.org/officeDocument/2006/relationships" id="273" r:id="R23f77817784d4974"/>
    <p:sldId xmlns:r="http://schemas.openxmlformats.org/officeDocument/2006/relationships" id="274" r:id="R08f27fb6dce54d17"/>
    <p:sldId xmlns:r="http://schemas.openxmlformats.org/officeDocument/2006/relationships" id="275" r:id="Rfc77f20d4d584c9e"/>
    <p:sldId xmlns:r="http://schemas.openxmlformats.org/officeDocument/2006/relationships" id="276" r:id="Rf5badafe4f924965"/>
    <p:sldId xmlns:r="http://schemas.openxmlformats.org/officeDocument/2006/relationships" id="277" r:id="Rb9b9423070b54a3f"/>
    <p:sldId xmlns:r="http://schemas.openxmlformats.org/officeDocument/2006/relationships" id="278" r:id="R48d12b1ddce9418c"/>
    <p:sldId xmlns:r="http://schemas.openxmlformats.org/officeDocument/2006/relationships" id="279" r:id="R646eaf56cb1846c0"/>
    <p:sldId xmlns:r="http://schemas.openxmlformats.org/officeDocument/2006/relationships" id="280" r:id="R0635fc871f804d9d"/>
    <p:sldId xmlns:r="http://schemas.openxmlformats.org/officeDocument/2006/relationships" id="281" r:id="Raef5c88ca6a743a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df7e106f1fe4535" /><Relationship Type="http://schemas.openxmlformats.org/officeDocument/2006/relationships/slideMaster" Target="/ppt/slideMasters/slideMaster1.xml" Id="R1f195aced39747e5" /><Relationship Type="http://schemas.openxmlformats.org/officeDocument/2006/relationships/notesMaster" Target="/ppt/notesMasters/notesMaster1.xml" Id="R0b0d22f3172949ae" /><Relationship Type="http://schemas.openxmlformats.org/officeDocument/2006/relationships/presProps" Target="/ppt/presProps.xml" Id="R9bf1711982f24b58" /><Relationship Type="http://schemas.openxmlformats.org/officeDocument/2006/relationships/viewProps" Target="/ppt/viewProps.xml" Id="Rb55dc2dae56544cc" /><Relationship Type="http://schemas.openxmlformats.org/officeDocument/2006/relationships/tableStyles" Target="/ppt/tableStyles.xml" Id="R359b1a64bcb945ea" /><Relationship Type="http://schemas.openxmlformats.org/officeDocument/2006/relationships/slide" Target="/ppt/slides/slide1.xml" Id="Rc6e0779b6d614540" /><Relationship Type="http://schemas.openxmlformats.org/officeDocument/2006/relationships/slide" Target="/ppt/slides/slide2.xml" Id="Rafc072c5605d4f67" /><Relationship Type="http://schemas.openxmlformats.org/officeDocument/2006/relationships/slide" Target="/ppt/slides/slide3.xml" Id="R5188b21559eb48b3" /><Relationship Type="http://schemas.openxmlformats.org/officeDocument/2006/relationships/slide" Target="/ppt/slides/slide4.xml" Id="R551c7f6f4d1b4949" /><Relationship Type="http://schemas.openxmlformats.org/officeDocument/2006/relationships/slide" Target="/ppt/slides/slide5.xml" Id="Rcdb8cc09fff34bee" /><Relationship Type="http://schemas.openxmlformats.org/officeDocument/2006/relationships/slide" Target="/ppt/slides/slide6.xml" Id="R651c6ff7ade34342" /><Relationship Type="http://schemas.openxmlformats.org/officeDocument/2006/relationships/slide" Target="/ppt/slides/slide7.xml" Id="Rba14ce01acac4d0a" /><Relationship Type="http://schemas.openxmlformats.org/officeDocument/2006/relationships/slide" Target="/ppt/slides/slide8.xml" Id="Rbe978a3da6604544" /><Relationship Type="http://schemas.openxmlformats.org/officeDocument/2006/relationships/slide" Target="/ppt/slides/slide9.xml" Id="Rd7b953e6724e4129" /><Relationship Type="http://schemas.openxmlformats.org/officeDocument/2006/relationships/slide" Target="/ppt/slides/slide10.xml" Id="Rdbe3b5aa7ebb4619" /><Relationship Type="http://schemas.openxmlformats.org/officeDocument/2006/relationships/slide" Target="/ppt/slides/slide11.xml" Id="Rc094d9f8164d4683" /><Relationship Type="http://schemas.openxmlformats.org/officeDocument/2006/relationships/slide" Target="/ppt/slides/slide12.xml" Id="R1bb6aa99a16b48f0" /><Relationship Type="http://schemas.openxmlformats.org/officeDocument/2006/relationships/slide" Target="/ppt/slides/slide13.xml" Id="R4371ea5c80df4fd4" /><Relationship Type="http://schemas.openxmlformats.org/officeDocument/2006/relationships/slide" Target="/ppt/slides/slide14.xml" Id="R5fdc9b493de34da9" /><Relationship Type="http://schemas.openxmlformats.org/officeDocument/2006/relationships/slide" Target="/ppt/slides/slide15.xml" Id="R7ade9104e3464eb4" /><Relationship Type="http://schemas.openxmlformats.org/officeDocument/2006/relationships/slide" Target="/ppt/slides/slide16.xml" Id="Rb4db482c3c144437" /><Relationship Type="http://schemas.openxmlformats.org/officeDocument/2006/relationships/slide" Target="/ppt/slides/slide17.xml" Id="R8a3abf3a2d074c45" /><Relationship Type="http://schemas.openxmlformats.org/officeDocument/2006/relationships/slide" Target="/ppt/slides/slide18.xml" Id="R23f77817784d4974" /><Relationship Type="http://schemas.openxmlformats.org/officeDocument/2006/relationships/slide" Target="/ppt/slides/slide19.xml" Id="R08f27fb6dce54d17" /><Relationship Type="http://schemas.openxmlformats.org/officeDocument/2006/relationships/slide" Target="/ppt/slides/slide20.xml" Id="Rfc77f20d4d584c9e" /><Relationship Type="http://schemas.openxmlformats.org/officeDocument/2006/relationships/slide" Target="/ppt/slides/slide21.xml" Id="Rf5badafe4f924965" /><Relationship Type="http://schemas.openxmlformats.org/officeDocument/2006/relationships/slide" Target="/ppt/slides/slide22.xml" Id="Rb9b9423070b54a3f" /><Relationship Type="http://schemas.openxmlformats.org/officeDocument/2006/relationships/slide" Target="/ppt/slides/slide23.xml" Id="R48d12b1ddce9418c" /><Relationship Type="http://schemas.openxmlformats.org/officeDocument/2006/relationships/slide" Target="/ppt/slides/slide24.xml" Id="R646eaf56cb1846c0" /><Relationship Type="http://schemas.openxmlformats.org/officeDocument/2006/relationships/slide" Target="/ppt/slides/slide25.xml" Id="R0635fc871f804d9d" /><Relationship Type="http://schemas.openxmlformats.org/officeDocument/2006/relationships/slide" Target="/ppt/slides/slide26.xml" Id="Raef5c88ca6a743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81524b97bc4e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749a68646a4988" /><Relationship Type="http://schemas.openxmlformats.org/officeDocument/2006/relationships/notesMaster" Target="/ppt/notesMasters/notesMaster1.xml" Id="R53d00bdc734048c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26119f786c4ca6" /><Relationship Type="http://schemas.openxmlformats.org/officeDocument/2006/relationships/notesMaster" Target="/ppt/notesMasters/notesMaster1.xml" Id="R34f82e66d39e4c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65bfb33f304610" /><Relationship Type="http://schemas.openxmlformats.org/officeDocument/2006/relationships/notesMaster" Target="/ppt/notesMasters/notesMaster1.xml" Id="R3700c93a5b3c489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c031b671104ced" /><Relationship Type="http://schemas.openxmlformats.org/officeDocument/2006/relationships/notesMaster" Target="/ppt/notesMasters/notesMaster1.xml" Id="Rf8e176052e0648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39bde62be2421f" /><Relationship Type="http://schemas.openxmlformats.org/officeDocument/2006/relationships/notesMaster" Target="/ppt/notesMasters/notesMaster1.xml" Id="R8aa2eca6a55343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0403d3844b40d1" /><Relationship Type="http://schemas.openxmlformats.org/officeDocument/2006/relationships/notesMaster" Target="/ppt/notesMasters/notesMaster1.xml" Id="R5d47a69b97af4b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00ec2f3a91d3416e" /><Relationship Type="http://schemas.openxmlformats.org/officeDocument/2006/relationships/notesMaster" Target="/ppt/notesMasters/notesMaster1.xml" Id="R4380cf84353442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aea7284c7e45a7" /><Relationship Type="http://schemas.openxmlformats.org/officeDocument/2006/relationships/notesMaster" Target="/ppt/notesMasters/notesMaster1.xml" Id="Rfd19d7ca599a42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d34828a4085a4347" /><Relationship Type="http://schemas.openxmlformats.org/officeDocument/2006/relationships/notesMaster" Target="/ppt/notesMasters/notesMaster1.xml" Id="R6dbc79c47d2d4d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74fd3489744b75" /><Relationship Type="http://schemas.openxmlformats.org/officeDocument/2006/relationships/notesMaster" Target="/ppt/notesMasters/notesMaster1.xml" Id="R48d1d52ed5ef43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8b44fa4f59a482e" /><Relationship Type="http://schemas.openxmlformats.org/officeDocument/2006/relationships/notesMaster" Target="/ppt/notesMasters/notesMaster1.xml" Id="R1b60b75f44c147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d594741b67e4fe2" /><Relationship Type="http://schemas.openxmlformats.org/officeDocument/2006/relationships/notesMaster" Target="/ppt/notesMasters/notesMaster1.xml" Id="R5704c05b549144a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e14f8eab2f45a0" /><Relationship Type="http://schemas.openxmlformats.org/officeDocument/2006/relationships/notesMaster" Target="/ppt/notesMasters/notesMaster1.xml" Id="Rfd7ed18b47004f7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ae73803b25f4e1b" /><Relationship Type="http://schemas.openxmlformats.org/officeDocument/2006/relationships/notesMaster" Target="/ppt/notesMasters/notesMaster1.xml" Id="Rd8e53607a96442c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bcf2fa69fa427a" /><Relationship Type="http://schemas.openxmlformats.org/officeDocument/2006/relationships/notesMaster" Target="/ppt/notesMasters/notesMaster1.xml" Id="Rfb06bec2050e447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6762a47e9ee4118" /><Relationship Type="http://schemas.openxmlformats.org/officeDocument/2006/relationships/notesMaster" Target="/ppt/notesMasters/notesMaster1.xml" Id="R19ae1f5eb9a9468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80ae9062254c04" /><Relationship Type="http://schemas.openxmlformats.org/officeDocument/2006/relationships/notesMaster" Target="/ppt/notesMasters/notesMaster1.xml" Id="R593adbedcf0a400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2b5f7f54e6b4778" /><Relationship Type="http://schemas.openxmlformats.org/officeDocument/2006/relationships/notesMaster" Target="/ppt/notesMasters/notesMaster1.xml" Id="R5e51d0b323324de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e6054fe46f0493a" /><Relationship Type="http://schemas.openxmlformats.org/officeDocument/2006/relationships/notesMaster" Target="/ppt/notesMasters/notesMaster1.xml" Id="R8ca798a7560845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8f0a035688d455f" /><Relationship Type="http://schemas.openxmlformats.org/officeDocument/2006/relationships/notesMaster" Target="/ppt/notesMasters/notesMaster1.xml" Id="R925bc16ccd14466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0a7daf57192410d" /><Relationship Type="http://schemas.openxmlformats.org/officeDocument/2006/relationships/notesMaster" Target="/ppt/notesMasters/notesMaster1.xml" Id="R8512798ca4934cc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8cd0aa7ed964a4d" /><Relationship Type="http://schemas.openxmlformats.org/officeDocument/2006/relationships/notesMaster" Target="/ppt/notesMasters/notesMaster1.xml" Id="R5ced0bb024a2473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cc58d784034e63" /><Relationship Type="http://schemas.openxmlformats.org/officeDocument/2006/relationships/notesMaster" Target="/ppt/notesMasters/notesMaster1.xml" Id="R70349c430646406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0e249065c774421" /><Relationship Type="http://schemas.openxmlformats.org/officeDocument/2006/relationships/notesMaster" Target="/ppt/notesMasters/notesMaster1.xml" Id="R8f7ee9459dcf441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01e296ee0db4e07" /><Relationship Type="http://schemas.openxmlformats.org/officeDocument/2006/relationships/notesMaster" Target="/ppt/notesMasters/notesMaster1.xml" Id="Rcca219423886400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903c493edf54689" /><Relationship Type="http://schemas.openxmlformats.org/officeDocument/2006/relationships/notesMaster" Target="/ppt/notesMasters/notesMaster1.xml" Id="R2306fd68c0d946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ゴールはサイトの内容を教えることではなく、AIエージェントに要件整理から公開まで任せる流れを理解してもらうこと。</a:t>
            </a:r>
          </a:p>
          <a:p xmlns:a="http://schemas.openxmlformats.org/drawingml/2006/main">
            <a:r>
              <a:t/>
            </a:r>
          </a:p>
          <a:p xmlns:a="http://schemas.openxmlformats.org/drawingml/2006/main">
            <a:r>
              <a:t>[Sources]</a:t>
            </a:r>
          </a:p>
          <a:p xmlns:a="http://schemas.openxmlformats.org/drawingml/2006/main">
            <a:r>
              <a:t>- https://antigravity.google/docs/artifacts</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学習サイトは短時間でも完成度の高い成果物を作れることを示すための題材。</a:t>
            </a:r>
          </a:p>
          <a:p xmlns:a="http://schemas.openxmlformats.org/drawingml/2006/main">
            <a:r>
              <a:t/>
            </a:r>
          </a:p>
          <a:p xmlns:a="http://schemas.openxmlformats.org/drawingml/2006/main">
            <a:r>
              <a:t>[Sources]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ライブ操作は価格と準備負荷を抑えるためAntigravityだけを使う。比較は製品選定の優劣ではなく用途理解のため。</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https://claude.com/product/cowork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公式ドキュメントに基づく代表的な使い分け。料金や網羅的機能比較ではない。</a:t>
            </a:r>
          </a:p>
          <a:p xmlns:a="http://schemas.openxmlformats.org/drawingml/2006/main">
            <a:r>
              <a:t/>
            </a:r>
          </a:p>
          <a:p xmlns:a="http://schemas.openxmlformats.org/drawingml/2006/main">
            <a:r>
              <a:t>[Sources]</a:t>
            </a:r>
          </a:p>
          <a:p xmlns:a="http://schemas.openxmlformats.org/drawingml/2006/main">
            <a:r>
              <a:t>- https://learn.chatgpt.com/docs</a:t>
            </a:r>
          </a:p>
          <a:p xmlns:a="http://schemas.openxmlformats.org/drawingml/2006/main">
            <a:r>
              <a:t>- https://code.claude.com/docs/en/overview</a:t>
            </a:r>
          </a:p>
          <a:p xmlns:a="http://schemas.openxmlformats.org/drawingml/2006/main">
            <a:r>
              <a:t>- https://support.claude.com/en/articles/13345190-get-started-with-claude-cowork</a:t>
            </a:r>
          </a:p>
          <a:p xmlns:a="http://schemas.openxmlformats.org/drawingml/2006/main">
            <a:r>
              <a:t>- https://kiro.dev/docs/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同名の機能でも保存場所、権限、呼び出し方法は製品ごとに異なる。</a:t>
            </a:r>
          </a:p>
          <a:p xmlns:a="http://schemas.openxmlformats.org/drawingml/2006/main">
            <a:r>
              <a:t/>
            </a:r>
          </a:p>
          <a:p xmlns:a="http://schemas.openxmlformats.org/drawingml/2006/main">
            <a:r>
              <a:t>[Sources]</a:t>
            </a:r>
          </a:p>
          <a:p xmlns:a="http://schemas.openxmlformats.org/drawingml/2006/main">
            <a:r>
              <a:t>- https://learn.chatgpt.com/docs/agent-configuration/agents-md</a:t>
            </a:r>
          </a:p>
          <a:p xmlns:a="http://schemas.openxmlformats.org/drawingml/2006/main">
            <a:r>
              <a:t>- https://code.claude.com/docs/en/memory</a:t>
            </a:r>
          </a:p>
          <a:p xmlns:a="http://schemas.openxmlformats.org/drawingml/2006/main">
            <a:r>
              <a:t>- https://kiro.dev/docs/steering/</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Steeringという一般動詞とKiroの正式機能名を分ける。Antigravityで方向修正を説明するときはfeedbackまたはRulesを使う。</a:t>
            </a:r>
          </a:p>
          <a:p xmlns:a="http://schemas.openxmlformats.org/drawingml/2006/main">
            <a:r>
              <a:t/>
            </a:r>
          </a:p>
          <a:p xmlns:a="http://schemas.openxmlformats.org/drawingml/2006/main">
            <a:r>
              <a:t>[Sources]</a:t>
            </a:r>
          </a:p>
          <a:p xmlns:a="http://schemas.openxmlformats.org/drawingml/2006/main">
            <a:r>
              <a:t>- https://kiro.dev/docs/steering/</a:t>
            </a:r>
          </a:p>
          <a:p xmlns:a="http://schemas.openxmlformats.org/drawingml/2006/main">
            <a:r>
              <a:t>- https://kiro.dev/docs/powers/</a:t>
            </a:r>
          </a:p>
          <a:p xmlns:a="http://schemas.openxmlformats.org/drawingml/2006/main">
            <a:r>
              <a:t>- https://antigravity.google/docs/rules-workflows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残り30分は質疑応答または予備。90秒止まった工程は停止してバックアップへ。</a:t>
            </a:r>
          </a:p>
          <a:p xmlns:a="http://schemas.openxmlformats.org/drawingml/2006/main">
            <a:r>
              <a:t/>
            </a:r>
          </a:p>
          <a:p xmlns:a="http://schemas.openxmlformats.org/drawingml/2006/main">
            <a:r>
              <a:t>[Sources]</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remote、branch、公開URLが一つでも違えばデモを停止する。</a:t>
            </a:r>
          </a:p>
          <a:p xmlns:a="http://schemas.openxmlformats.org/drawingml/2006/main">
            <a:r>
              <a:t/>
            </a:r>
          </a:p>
          <a:p xmlns:a="http://schemas.openxmlformats.org/drawingml/2006/main">
            <a:r>
              <a:t>[Sources]</a:t>
            </a:r>
          </a:p>
          <a:p xmlns:a="http://schemas.openxmlformats.org/drawingml/2006/main">
            <a:r>
              <a:t>- https://docs.github.com/en/pages/getting-started-with-github-pages/configuring-a-publishing-source-for-your-github-pages-site</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このスライドの濃紺枠を全文コピーし、Antigravityへ貼り付ける。質問は最大2問。ここでは実装しない。</a:t>
            </a:r>
          </a:p>
          <a:p xmlns:a="http://schemas.openxmlformats.org/drawingml/2006/main">
            <a:r>
              <a:t/>
            </a:r>
          </a:p>
          <a:p xmlns:a="http://schemas.openxmlformats.org/drawingml/2006/main">
            <a:r>
              <a:t>[Sources]</a:t>
            </a:r>
          </a:p>
          <a:p xmlns:a="http://schemas.openxmlformats.org/drawingml/2006/main">
            <a:r>
              <a:t>- local: docs/demo/antigravity_workshop/PROMPT_00_GRILL_ME.txt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Skillは名前と説明から発見され、必要時にSKILL.mdを読み、必要な資料やスクリプトだけを使う。</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https://learn.chatgpt.com/docs/build-skills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このスライドの濃紺枠を全文コピーし、Antigravityへ貼り付ける。まだインストールしない。</a:t>
            </a:r>
          </a:p>
          <a:p xmlns:a="http://schemas.openxmlformats.org/drawingml/2006/main">
            <a:r>
              <a:t/>
            </a:r>
          </a:p>
          <a:p xmlns:a="http://schemas.openxmlformats.org/drawingml/2006/main">
            <a:r>
              <a:t>[Sources]</a:t>
            </a:r>
          </a:p>
          <a:p xmlns:a="http://schemas.openxmlformats.org/drawingml/2006/main">
            <a:r>
              <a:t>- local: docs/demo/antigravity_workshop/PROMPT_01_FIND_SKILLS.txt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インストール数は変動するため検索時点の参考値。候補の比較軸を見せることが目的。</a:t>
            </a:r>
          </a:p>
          <a:p xmlns:a="http://schemas.openxmlformats.org/drawingml/2006/main">
            <a:r>
              <a:t/>
            </a:r>
          </a:p>
          <a:p xmlns:a="http://schemas.openxmlformats.org/drawingml/2006/main">
            <a:r>
              <a:t>[Sources]</a:t>
            </a:r>
          </a:p>
          <a:p xmlns:a="http://schemas.openxmlformats.org/drawingml/2006/main">
            <a:r>
              <a:t>- https://skills.sh/anthropics/skills/frontend-design</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このスライドの濃紺枠を全文コピーし、Antigravityへ貼り付ける。remote / branch / status / existing Skillを先に確認する。</a:t>
            </a:r>
          </a:p>
          <a:p xmlns:a="http://schemas.openxmlformats.org/drawingml/2006/main">
            <a:r>
              <a:t/>
            </a:r>
          </a:p>
          <a:p xmlns:a="http://schemas.openxmlformats.org/drawingml/2006/main">
            <a:r>
              <a:t>[Sources]</a:t>
            </a:r>
          </a:p>
          <a:p xmlns:a="http://schemas.openxmlformats.org/drawingml/2006/main">
            <a:r>
              <a:t>- local: docs/demo/antigravity_workshop/PROMPT_02_INSTALL_SKILL.txt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frontend-designはproduction-gradeで独自性のあるUI判断を促すが、事実・権限・公開判断の責任は持たせない。</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このスライドの濃紺枠を全文コピーし、Antigravityへ貼り付ける。index.htmlとstyles.cssだけを変更する。</a:t>
            </a:r>
          </a:p>
          <a:p xmlns:a="http://schemas.openxmlformats.org/drawingml/2006/main">
            <a:r>
              <a:t/>
            </a:r>
          </a:p>
          <a:p xmlns:a="http://schemas.openxmlformats.org/drawingml/2006/main">
            <a:r>
              <a:t>[Sources]</a:t>
            </a:r>
          </a:p>
          <a:p xmlns:a="http://schemas.openxmlformats.org/drawingml/2006/main">
            <a:r>
              <a:t>- local: docs/demo/antigravity_workshop/PROMPT_03_BUILD.txt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初版と改善版を分けることで、Skillがどの判断を変えたかを観客へ見せる。</a:t>
            </a:r>
          </a:p>
          <a:p xmlns:a="http://schemas.openxmlformats.org/drawingml/2006/main">
            <a:r>
              <a:t/>
            </a:r>
          </a:p>
          <a:p xmlns:a="http://schemas.openxmlformats.org/drawingml/2006/main">
            <a:r>
              <a:t>[Sources]</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このスライドの濃紺枠を全文コピーし、Antigravityへ貼り付ける。フィルター件数と最大2比較を数値で検証する。</a:t>
            </a:r>
          </a:p>
          <a:p xmlns:a="http://schemas.openxmlformats.org/drawingml/2006/main">
            <a:r>
              <a:t/>
            </a:r>
          </a:p>
          <a:p xmlns:a="http://schemas.openxmlformats.org/drawingml/2006/main">
            <a:r>
              <a:t>[Sources]</a:t>
            </a:r>
          </a:p>
          <a:p xmlns:a="http://schemas.openxmlformats.org/drawingml/2006/main">
            <a:r>
              <a:t>- local: docs/demo/antigravity_workshop/PROMPT_04_APPLY_SKILL.txt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Skillが変えた判断、追加機能、ブラウザ検証の3行をAntigravityから報告させる。</a:t>
            </a:r>
          </a:p>
          <a:p xmlns:a="http://schemas.openxmlformats.org/drawingml/2006/main">
            <a:r>
              <a:t/>
            </a:r>
          </a:p>
          <a:p xmlns:a="http://schemas.openxmlformats.org/drawingml/2006/main">
            <a:r>
              <a:t>[Sources]</a:t>
            </a:r>
          </a:p>
          <a:p xmlns:a="http://schemas.openxmlformats.org/drawingml/2006/main">
            <a:r>
              <a:t>- https://github.com/anthropics/skills/tree/main/skills/frontend-design</a:t>
            </a:r>
          </a:p>
          <a:p xmlns:a="http://schemas.openxmlformats.org/drawingml/2006/main">
            <a:r>
              <a:t>- https://antigravity.google/docs/artifacts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このスライドの濃紺枠を全文コピーし、Antigravityへ貼り付ける。未接続なら会場で認証せず省略する。</a:t>
            </a:r>
          </a:p>
          <a:p xmlns:a="http://schemas.openxmlformats.org/drawingml/2006/main">
            <a:r>
              <a:t/>
            </a:r>
          </a:p>
          <a:p xmlns:a="http://schemas.openxmlformats.org/drawingml/2006/main">
            <a:r>
              <a:t>[Sources]</a:t>
            </a:r>
          </a:p>
          <a:p xmlns:a="http://schemas.openxmlformats.org/drawingml/2006/main">
            <a:r>
              <a:t>- local: docs/demo/antigravity_workshop/PROMPT_05_MCP_CHECK.txt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MCP未接続なら認証を始めず、gitと公開URL確認へ進む。</a:t>
            </a:r>
          </a:p>
          <a:p xmlns:a="http://schemas.openxmlformats.org/drawingml/2006/main">
            <a:r>
              <a:t/>
            </a:r>
          </a:p>
          <a:p xmlns:a="http://schemas.openxmlformats.org/drawingml/2006/main">
            <a:r>
              <a:t>[Sources]</a:t>
            </a:r>
          </a:p>
          <a:p xmlns:a="http://schemas.openxmlformats.org/drawingml/2006/main">
            <a:r>
              <a:t>- https://modelcontextprotocol.io/</a:t>
            </a:r>
          </a:p>
          <a:p xmlns:a="http://schemas.openxmlformats.org/drawingml/2006/main">
            <a:r>
              <a:t>- https://antigravity.google/docs/mcp</a:t>
            </a:r>
          </a:p>
          <a:p xmlns:a="http://schemas.openxmlformats.org/drawingml/2006/main">
            <a:r>
              <a:t>- https://learn.chatgpt.com/docs/extend/mcp?surface=cli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このスライドの濃紺枠を全文コピーし、Antigravityへ貼り付ける。正確な『公開して』までgit add / commit / pushを禁止する。</a:t>
            </a:r>
          </a:p>
          <a:p xmlns:a="http://schemas.openxmlformats.org/drawingml/2006/main">
            <a:r>
              <a:t/>
            </a:r>
          </a:p>
          <a:p xmlns:a="http://schemas.openxmlformats.org/drawingml/2006/main">
            <a:r>
              <a:t>[Sources]</a:t>
            </a:r>
          </a:p>
          <a:p xmlns:a="http://schemas.openxmlformats.org/drawingml/2006/main">
            <a:r>
              <a:t>- local: docs/demo/antigravity_workshop/PROMPT_06_PUBLISH.txt</a:t>
            </a:r>
          </a:p>
          <a:p xmlns:a="http://schemas.openxmlformats.org/drawingml/2006/main">
            <a:r>
              <a:t>- https://antigravity.google/docs/skills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公開URLを開き、タイトル、件数、2製品比較まで動かして証拠にする。</a:t>
            </a:r>
          </a:p>
          <a:p xmlns:a="http://schemas.openxmlformats.org/drawingml/2006/main">
            <a:r>
              <a:t/>
            </a:r>
          </a:p>
          <a:p xmlns:a="http://schemas.openxmlformats.org/drawingml/2006/main">
            <a:r>
              <a:t>[Sources]</a:t>
            </a:r>
          </a:p>
          <a:p xmlns:a="http://schemas.openxmlformats.org/drawingml/2006/main">
            <a:r>
              <a:t>- https://docs.github.com/en/pages/getting-started-with-github-pages/configuring-a-publishing-source-for-your-github-pages-site</a:t>
            </a:r>
          </a:p>
          <a:p xmlns:a="http://schemas.openxmlformats.org/drawingml/2006/main">
            <a:r>
              <a:t>- https://docs.github.com/en/pages/getting-started-with-github-pages/securing-your-github-pages-site-with-https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リハーサルで計測するのはAIの速さだけでなく、説明と待ち時間を含む総時間。</a:t>
            </a:r>
          </a:p>
          <a:p xmlns:a="http://schemas.openxmlformats.org/drawingml/2006/main">
            <a:r>
              <a:t/>
            </a:r>
          </a:p>
          <a:p xmlns:a="http://schemas.openxmlformats.org/drawingml/2006/main">
            <a:r>
              <a:t>[Sources]</a:t>
            </a:r>
          </a:p>
          <a:p xmlns:a="http://schemas.openxmlformats.org/drawingml/2006/main">
            <a:r>
              <a:t>- local: docs/demo/antigravity_workshop/README.md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基礎Skillの/grill-meと/find-skillsは本番でも使うため削除しない。ライブ導入したfrontend-designだけを削除する。</a:t>
            </a:r>
          </a:p>
          <a:p xmlns:a="http://schemas.openxmlformats.org/drawingml/2006/main">
            <a:r>
              <a:t/>
            </a:r>
          </a:p>
          <a:p xmlns:a="http://schemas.openxmlformats.org/drawingml/2006/main">
            <a:r>
              <a:t>[Sources]</a:t>
            </a:r>
          </a:p>
          <a:p xmlns:a="http://schemas.openxmlformats.org/drawingml/2006/main">
            <a:r>
              <a:t>- https://antigravity.google/docs/skills</a:t>
            </a:r>
          </a:p>
          <a:p xmlns:a="http://schemas.openxmlformats.org/drawingml/2006/main">
            <a:r>
              <a:t>- https://git-scm.com/docs/git-revert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エラーの復旧を延々見せない。デモの学習目標を維持する。</a:t>
            </a:r>
          </a:p>
          <a:p xmlns:a="http://schemas.openxmlformats.org/drawingml/2006/main">
            <a:r>
              <a:t/>
            </a:r>
          </a:p>
          <a:p xmlns:a="http://schemas.openxmlformats.org/drawingml/2006/main">
            <a:r>
              <a:t>[Sources]</a:t>
            </a:r>
          </a:p>
          <a:p xmlns:a="http://schemas.openxmlformats.org/drawingml/2006/main">
            <a:r>
              <a:t>- local: docs/demo/antigravity_workshop/BACKUP_PROMPTS.txt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学習サイトはこの流れを可視化する成果物。観客に自分の仕事なら何を任せたいかを問いかける。</a:t>
            </a:r>
          </a:p>
          <a:p xmlns:a="http://schemas.openxmlformats.org/drawingml/2006/main">
            <a:r>
              <a:t/>
            </a:r>
          </a:p>
          <a:p xmlns:a="http://schemas.openxmlformats.org/drawingml/2006/main">
            <a:r>
              <a:t>[Sources]</a:t>
            </a:r>
          </a:p>
          <a:p xmlns:a="http://schemas.openxmlformats.org/drawingml/2006/main">
            <a:r>
              <a:t>- https://antigravity.google/docs/artifacts</a:t>
            </a:r>
          </a:p>
          <a:p xmlns:a="http://schemas.openxmlformats.org/drawingml/2006/main">
            <a:r>
              <a:t>- https://antigravity.google/docs/skills</a:t>
            </a:r>
          </a:p>
          <a:p xmlns:a="http://schemas.openxmlformats.org/drawingml/2006/main">
            <a:r>
              <a:t>- https://antigravity.google/docs/mcp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cc6708aa5084d7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f8c54fa0cdb41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2b73ebf03914e6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7f0876cdc8d439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028f461e0304d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eb61e6652384f9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b23676f61624fe1"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698f2b73b06463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370c0d6806f4c0b"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93107c678fa84ac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290a05e0d82245c1"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F2005F-010D-4879-B4A5-2F0B4A35DFD9}"/>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D43F7C2-4BC4-4DBA-B92A-FB2D13D2448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6581E8D-E9A6-4A51-ADCF-DF6DFF62E0B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7871991-FE0F-4ABE-84C8-8911307FADA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90965A2-6D0F-4FAF-8919-75625CFA2F7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0F782CA-06EF-4CAD-909B-8401A5FFB5F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C62E98B-7F02-40BD-99BA-39B3D8CC51DA}"/>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9C0CD4E-AC4D-4C04-B20B-AD95B8867C3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4D7E4C9-C46C-4394-8E02-F0D72F3A284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A6E0D42-C926-4A0E-B4F7-999B8A3643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A3E78E3-652E-4C8C-A507-07CA44CC760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B173EAC-50B5-46EB-960E-F2010C5D85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ACE1AFB-BAB3-4D6A-B547-7C77C046724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4A8E308-276F-458B-870A-C31A511F5B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BDE78DC-79CD-4E91-A67D-BE6EF04D838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946986-8BF6-4B0E-A71C-78AF370D391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5419A9A-A270-4616-AF9B-0CFB74E8683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8AEA15DB-4793-4205-91A7-DF75AABC2A65}"/>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49B073DE-C6F9-4B02-9A65-8C8FC5E2E1A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1BE8C75-E191-49E7-9687-890EDB25E9D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77CCF35-17C3-4454-B5EA-0FA9C230E78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344304F-D9C3-481C-9D67-86194F8131B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6BEA75B-9BDA-46B5-9614-839EA8DF037A}"/>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6AD4F4D-55E7-4A3C-8D01-9C892F26C9E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EA7C7741-BA5B-4BF1-BAAF-99DFADE5F1A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8DB9F93-81C9-4B4E-A498-6611C7B37FF3}"/>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BFAE4694-44A9-4DA2-8AD8-15AC6CE13DB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4F73A481-9A72-4F09-AB44-4D87B17236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CAF4FE67-EA9F-4B70-A2F8-9E4F6CEEACE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B7798-3BDD-4A69-9A32-460B68C6067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2A5A5020-D3DA-41C3-ACDB-3094F9888E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3E9FB9D4-695C-4325-B531-A5B031502E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CAA37A3D-DCF0-400E-9CE9-6BAF3FDBDA2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3C0E483-8CD9-4CCE-A073-4A9962126FC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85242A54-C18D-40BC-B529-3698392EAC2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12183B91-11D1-4C8F-9505-96CE6A3B496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D49209-3F08-46EB-87F5-C80A503C0EA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49364E4-58F2-4F1D-90E2-439B64F612F2}"/>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70D6ADE0-65C3-4D7D-B8B2-8283E82BD327}"/>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529E67D-E0F9-4532-A321-E7FA2F6CF7F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3ABC3D7-3C7C-4FC2-B322-FCAE24E681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081958D-8336-48FC-AE8D-6BFBA5CE455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4CBA31-A261-46D3-8835-90E5E781C235}"/>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3093C3F-8F84-45AF-8FCE-42D5CE103798}"/>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7DC1B413-F42A-457B-BF70-9CF33C34BB0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4E11C9-602C-4F1D-AD1B-6000B0C9F65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280E42CE-8D03-4612-8824-C718F54AF1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C55257-8FBE-46A0-B283-1E231A85CBE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1E46B00-003E-4C93-8834-B7C192BFF7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2027A45-44B5-49C6-AAED-2AD4835F32A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E5FA00D-AF57-4E30-A01B-4BB6D35A3D0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6DD1F3F-9F5C-4E26-83A5-2DC1231588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CB604C7-AEB2-4B33-ABA1-AA8C924F43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DEE97CB-4B36-4674-BF60-47956ADBE57E}"/>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7C47F25F-95C5-48D2-80FF-66956370ABA6}"/>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E63C951-9C61-4725-B26A-0E352D2D5F2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71AE6A7-B888-4634-82B6-AF0855F6F1F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D38618E-65C1-4959-98B1-BB7A6FDD592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d1d9c9dacf4151" /><Relationship Type="http://schemas.openxmlformats.org/officeDocument/2006/relationships/slideLayout" Target="/ppt/slideLayouts/slideLayout1.xml" Id="R806a957f39844e6c" /><Relationship Type="http://schemas.openxmlformats.org/officeDocument/2006/relationships/slideLayout" Target="/ppt/slideLayouts/slideLayout2.xml" Id="Rdf9aad68aab94de2" /><Relationship Type="http://schemas.openxmlformats.org/officeDocument/2006/relationships/slideLayout" Target="/ppt/slideLayouts/slideLayout3.xml" Id="Rf859c1fd4ba34314" /><Relationship Type="http://schemas.openxmlformats.org/officeDocument/2006/relationships/slideLayout" Target="/ppt/slideLayouts/slideLayout4.xml" Id="Rec1d9161c79b4ba2" /><Relationship Type="http://schemas.openxmlformats.org/officeDocument/2006/relationships/slideLayout" Target="/ppt/slideLayouts/slideLayout5.xml" Id="R7dfc7ca6cb5649d3" /><Relationship Type="http://schemas.openxmlformats.org/officeDocument/2006/relationships/slideLayout" Target="/ppt/slideLayouts/slideLayout6.xml" Id="R2927c10397e44e34" /><Relationship Type="http://schemas.openxmlformats.org/officeDocument/2006/relationships/slideLayout" Target="/ppt/slideLayouts/slideLayout7.xml" Id="Rfa154bf41ebb4bdd" /><Relationship Type="http://schemas.openxmlformats.org/officeDocument/2006/relationships/slideLayout" Target="/ppt/slideLayouts/slideLayout8.xml" Id="Rb85f9157b62e4472" /><Relationship Type="http://schemas.openxmlformats.org/officeDocument/2006/relationships/slideLayout" Target="/ppt/slideLayouts/slideLayout9.xml" Id="R40d42671468c4573" /><Relationship Type="http://schemas.openxmlformats.org/officeDocument/2006/relationships/slideLayout" Target="/ppt/slideLayouts/slideLayout10.xml" Id="R7528619f274f4857" /><Relationship Type="http://schemas.openxmlformats.org/officeDocument/2006/relationships/slideLayout" Target="/ppt/slideLayouts/slideLayout11.xml" Id="R8181051db41f4685"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2A5C51-A346-4EA8-AF14-DAB2FC57200E}"/>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BC0995A-002C-4095-ADCD-05161173E7D0}"/>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D102396-6D45-4188-8E9C-92B2EFE6FA4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D169B75E-F3F2-45FE-9624-6DE8143DFB4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44A33AB-596F-4E82-BE63-F4D9C240D614}"/>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6a957f39844e6c"/>
    <p:sldLayoutId xmlns:r="http://schemas.openxmlformats.org/officeDocument/2006/relationships" id="2147483650" r:id="Rdf9aad68aab94de2"/>
    <p:sldLayoutId xmlns:r="http://schemas.openxmlformats.org/officeDocument/2006/relationships" id="2147483651" r:id="Rf859c1fd4ba34314"/>
    <p:sldLayoutId xmlns:r="http://schemas.openxmlformats.org/officeDocument/2006/relationships" id="2147483652" r:id="Rec1d9161c79b4ba2"/>
    <p:sldLayoutId xmlns:r="http://schemas.openxmlformats.org/officeDocument/2006/relationships" id="2147483653" r:id="R7dfc7ca6cb5649d3"/>
    <p:sldLayoutId xmlns:r="http://schemas.openxmlformats.org/officeDocument/2006/relationships" id="2147483654" r:id="R2927c10397e44e34"/>
    <p:sldLayoutId xmlns:r="http://schemas.openxmlformats.org/officeDocument/2006/relationships" id="2147483655" r:id="Rfa154bf41ebb4bdd"/>
    <p:sldLayoutId xmlns:r="http://schemas.openxmlformats.org/officeDocument/2006/relationships" id="2147483656" r:id="Rb85f9157b62e4472"/>
    <p:sldLayoutId xmlns:r="http://schemas.openxmlformats.org/officeDocument/2006/relationships" id="2147483657" r:id="R40d42671468c4573"/>
    <p:sldLayoutId xmlns:r="http://schemas.openxmlformats.org/officeDocument/2006/relationships" id="2147483658" r:id="R7528619f274f4857"/>
    <p:sldLayoutId xmlns:r="http://schemas.openxmlformats.org/officeDocument/2006/relationships" id="2147483659" r:id="R8181051db41f4685"/>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2316b1f623654958" /><Relationship Type="http://schemas.openxmlformats.org/officeDocument/2006/relationships/image" Target="/ppt/media/image.png" Id="R749bee9645b74ac4" /><Relationship Type="http://schemas.openxmlformats.org/officeDocument/2006/relationships/image" Target="/ppt/media/image2.png" Id="R62a93cd979084cb8" /><Relationship Type="http://schemas.openxmlformats.org/officeDocument/2006/relationships/notesSlide" Target="/ppt/notesSlides/notesSlide1.xml" Id="R8b194b453a0246d1"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59d24325bf2644a2" /><Relationship Type="http://schemas.openxmlformats.org/officeDocument/2006/relationships/notesSlide" Target="/ppt/notesSlides/notesSlide2.xml" Id="R853f3db5e25644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b81fead27e6d4fb5" /><Relationship Type="http://schemas.openxmlformats.org/officeDocument/2006/relationships/notesSlide" Target="/ppt/notesSlides/notesSlide3.xml" Id="Rc490fbabe1f442b8"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74607f8cb24d4ac1" /><Relationship Type="http://schemas.openxmlformats.org/officeDocument/2006/relationships/notesSlide" Target="/ppt/notesSlides/notesSlide4.xml" Id="R7e74174e04ce46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7e43e833289346ae" /><Relationship Type="http://schemas.openxmlformats.org/officeDocument/2006/relationships/notesSlide" Target="/ppt/notesSlides/notesSlide5.xml" Id="R68efdbbf66144d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984980b15c9d4df1" /><Relationship Type="http://schemas.openxmlformats.org/officeDocument/2006/relationships/notesSlide" Target="/ppt/notesSlides/notesSlide6.xml" Id="Ra9b182cc2b4446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b1da9540e55d490c" /><Relationship Type="http://schemas.openxmlformats.org/officeDocument/2006/relationships/notesSlide" Target="/ppt/notesSlides/notesSlide7.xml" Id="Re803abf0c9ce47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d536308890d74c34" /><Relationship Type="http://schemas.openxmlformats.org/officeDocument/2006/relationships/notesSlide" Target="/ppt/notesSlides/notesSlide8.xml" Id="Rec750b00ed4442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aa97d62537344eda" /><Relationship Type="http://schemas.openxmlformats.org/officeDocument/2006/relationships/image" Target="/ppt/media/image3.png" Id="R69b2c64e348f47da" /><Relationship Type="http://schemas.openxmlformats.org/officeDocument/2006/relationships/notesSlide" Target="/ppt/notesSlides/notesSlide9.xml" Id="R205254f2ecd948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5340e366a9ba4a4b" /><Relationship Type="http://schemas.openxmlformats.org/officeDocument/2006/relationships/notesSlide" Target="/ppt/notesSlides/notesSlide10.xml" Id="R2ceb94b0d6814c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4af09920add34c90" /><Relationship Type="http://schemas.openxmlformats.org/officeDocument/2006/relationships/image" Target="/ppt/media/image3.png" Id="R9e2a770651ce4c0b" /><Relationship Type="http://schemas.openxmlformats.org/officeDocument/2006/relationships/notesSlide" Target="/ppt/notesSlides/notesSlide11.xml" Id="Rf50026ab20e44f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2887d4610221432b" /><Relationship Type="http://schemas.openxmlformats.org/officeDocument/2006/relationships/notesSlide" Target="/ppt/notesSlides/notesSlide12.xml" Id="R2263df3ac1284b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4e88d827175a4d20" /><Relationship Type="http://schemas.openxmlformats.org/officeDocument/2006/relationships/image" Target="/ppt/media/image3.png" Id="R3e929e8a8cd74d90" /><Relationship Type="http://schemas.openxmlformats.org/officeDocument/2006/relationships/notesSlide" Target="/ppt/notesSlides/notesSlide13.xml" Id="R6bdeeea803da444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a924b0bff1194d70" /><Relationship Type="http://schemas.openxmlformats.org/officeDocument/2006/relationships/notesSlide" Target="/ppt/notesSlides/notesSlide14.xml" Id="R3b7f29b1f21d48e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70a773eac2cf4e4e" /><Relationship Type="http://schemas.openxmlformats.org/officeDocument/2006/relationships/image" Target="/ppt/media/image3.png" Id="R66328431e9394e8f" /><Relationship Type="http://schemas.openxmlformats.org/officeDocument/2006/relationships/notesSlide" Target="/ppt/notesSlides/notesSlide15.xml" Id="Rbfbfca8340f14de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29ceff84204e4600" /><Relationship Type="http://schemas.openxmlformats.org/officeDocument/2006/relationships/notesSlide" Target="/ppt/notesSlides/notesSlide16.xml" Id="R98e636dd7fdb4bb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70131c7b9b89430d" /><Relationship Type="http://schemas.openxmlformats.org/officeDocument/2006/relationships/image" Target="/ppt/media/image3.png" Id="Ra34f81d5b7084fb1" /><Relationship Type="http://schemas.openxmlformats.org/officeDocument/2006/relationships/notesSlide" Target="/ppt/notesSlides/notesSlide17.xml" Id="R9a01f405204745e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e504f54c964f4cac" /><Relationship Type="http://schemas.openxmlformats.org/officeDocument/2006/relationships/notesSlide" Target="/ppt/notesSlides/notesSlide18.xml" Id="R29cbbc65aac34bc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09e6fe00245449e7" /><Relationship Type="http://schemas.openxmlformats.org/officeDocument/2006/relationships/image" Target="/ppt/media/image3.png" Id="Rc546db865cae4271" /><Relationship Type="http://schemas.openxmlformats.org/officeDocument/2006/relationships/notesSlide" Target="/ppt/notesSlides/notesSlide19.xml" Id="Ra367db8600b74e8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0aa9753c3f714f51" /><Relationship Type="http://schemas.openxmlformats.org/officeDocument/2006/relationships/notesSlide" Target="/ppt/notesSlides/notesSlide20.xml" Id="R15f811769db844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d838676e5cf64b63" /><Relationship Type="http://schemas.openxmlformats.org/officeDocument/2006/relationships/image" Target="/ppt/media/image3.png" Id="R6f6fc6ba76774297" /><Relationship Type="http://schemas.openxmlformats.org/officeDocument/2006/relationships/notesSlide" Target="/ppt/notesSlides/notesSlide21.xml" Id="R05cb9aabbcdd41b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7.xml" Id="Ref1e4f25e4864524" /><Relationship Type="http://schemas.openxmlformats.org/officeDocument/2006/relationships/notesSlide" Target="/ppt/notesSlides/notesSlide22.xml" Id="Re97cc295621d473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7.xml" Id="R37f0a032fffc406f" /><Relationship Type="http://schemas.openxmlformats.org/officeDocument/2006/relationships/notesSlide" Target="/ppt/notesSlides/notesSlide23.xml" Id="Rb58778a871374db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7.xml" Id="Rce6dd876467648b6" /><Relationship Type="http://schemas.openxmlformats.org/officeDocument/2006/relationships/notesSlide" Target="/ppt/notesSlides/notesSlide24.xml" Id="Rc0c9e125db254d9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7.xml" Id="Rf43f02eeb91e435b" /><Relationship Type="http://schemas.openxmlformats.org/officeDocument/2006/relationships/notesSlide" Target="/ppt/notesSlides/notesSlide25.xml" Id="R82a40498df324ca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7.xml" Id="R038a1c36f332444f" /><Relationship Type="http://schemas.openxmlformats.org/officeDocument/2006/relationships/notesSlide" Target="/ppt/notesSlides/notesSlide26.xml" Id="Ra75b23d6ed5d47a2" /></Relationships>
</file>

<file path=ppt/slides/slide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451BB22-5A9D-498B-B4A7-832312C6089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8450AFC5-3358-459D-BAE9-3CD63253475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58B33D43-0D18-404E-A4B5-426E0E37B758}"/>
              </a:ext>
            </a:extLst>
          </p:cNvPr>
          <p:cNvSpPr>
            <a:spLocks xmlns:a="http://schemas.openxmlformats.org/drawingml/2006/main" noGrp="1"/>
          </p:cNvSpPr>
          <p:nvPr/>
        </p:nvSpPr>
        <p:spPr>
          <a:xfrm xmlns:a="http://schemas.openxmlformats.org/drawingml/2006/main">
            <a:off x="171450" y="0"/>
            <a:ext cx="47625" cy="68580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C9D38E9-F2F1-4C60-B862-159212F7F4CC}"/>
              </a:ext>
            </a:extLst>
          </p:cNvPr>
          <p:cNvSpPr>
            <a:spLocks xmlns:a="http://schemas.openxmlformats.org/drawingml/2006/main" noGrp="1"/>
          </p:cNvSpPr>
          <p:nvPr/>
        </p:nvSpPr>
        <p:spPr>
          <a:xfrm xmlns:a="http://schemas.openxmlformats.org/drawingml/2006/main">
            <a:off x="723900" y="64770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1">
                <a:solidFill>
                  <a:srgbClr val="00A5E3"/>
                </a:solidFill>
                <a:latin typeface="Yu Gothic UI"/>
                <a:ea typeface="Yu Gothic UI"/>
                <a:cs typeface="Yu Gothic UI"/>
              </a:defRPr>
            </a:pPr>
            <a:r>
              <a:rPr sz="1350" b="1">
                <a:solidFill>
                  <a:srgbClr val="00A5E3"/>
                </a:solidFill>
                <a:latin typeface="Yu Gothic UI"/>
                <a:ea typeface="Yu Gothic UI"/>
                <a:cs typeface="Yu Gothic UI"/>
              </a:rPr>
              <a:t>MIGHTYLINK  |  ANTIGRAVITY LIVE DEMO</a:t>
            </a:r>
          </a:p>
        </p:txBody>
      </p:sp>
      <p:sp>
        <p:nvSpPr>
          <p:cNvPr id="6" name="TextBox 5">
            <a:extLst xmlns:a="http://schemas.openxmlformats.org/drawingml/2006/main">
              <a:ext uri="{FF2B5EF4-FFF2-40B4-BE49-F238E27FC236}">
                <a16:creationId xmlns:a16="http://schemas.microsoft.com/office/drawing/2014/main" id="{F9DBFE0E-4D5A-40D9-86E0-B5A15118F616}"/>
              </a:ext>
            </a:extLst>
          </p:cNvPr>
          <p:cNvSpPr>
            <a:spLocks xmlns:a="http://schemas.openxmlformats.org/drawingml/2006/main" noGrp="1"/>
          </p:cNvSpPr>
          <p:nvPr/>
        </p:nvSpPr>
        <p:spPr>
          <a:xfrm xmlns:a="http://schemas.openxmlformats.org/drawingml/2006/main">
            <a:off x="723900" y="1257300"/>
            <a:ext cx="5715000"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AIエージェントの使い方を</a:t>
            </a:r>
          </a:p>
          <a:p xmlns:a="http://schemas.openxmlformats.org/drawingml/2006/main">
            <a:pPr algn="l">
              <a:lnSpc>
                <a:spcPct val="95000"/>
              </a:lnSpc>
              <a:buNone/>
              <a:defRPr sz="3000" b="1">
                <a:solidFill>
                  <a:srgbClr val="17242B"/>
                </a:solidFill>
                <a:latin typeface="Yu Gothic UI"/>
                <a:ea typeface="Yu Gothic UI"/>
                <a:cs typeface="Yu Gothic UI"/>
              </a:defRPr>
            </a:pPr>
            <a:r>
              <a:rPr sz="3000" b="1">
                <a:solidFill>
                  <a:srgbClr val="17242B"/>
                </a:solidFill>
                <a:latin typeface="Yu Gothic UI"/>
                <a:ea typeface="Yu Gothic UI"/>
                <a:cs typeface="Yu Gothic UI"/>
              </a:rPr>
              <a:t>30分で体験する</a:t>
            </a:r>
          </a:p>
        </p:txBody>
      </p:sp>
      <p:sp>
        <p:nvSpPr>
          <p:cNvPr id="7" name="Rectangle 6">
            <a:extLst xmlns:a="http://schemas.openxmlformats.org/drawingml/2006/main">
              <a:ext uri="{FF2B5EF4-FFF2-40B4-BE49-F238E27FC236}">
                <a16:creationId xmlns:a16="http://schemas.microsoft.com/office/drawing/2014/main" id="{00349D2D-B546-4350-A909-C9C9385D2F75}"/>
              </a:ext>
            </a:extLst>
          </p:cNvPr>
          <p:cNvSpPr>
            <a:spLocks xmlns:a="http://schemas.openxmlformats.org/drawingml/2006/main" noGrp="1"/>
          </p:cNvSpPr>
          <p:nvPr/>
        </p:nvSpPr>
        <p:spPr>
          <a:xfrm xmlns:a="http://schemas.openxmlformats.org/drawingml/2006/main">
            <a:off x="723900" y="3162300"/>
            <a:ext cx="5334000" cy="72390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950" b="1">
                <a:solidFill>
                  <a:srgbClr val="17242B"/>
                </a:solidFill>
                <a:latin typeface="Yu Gothic UI"/>
                <a:ea typeface="Yu Gothic UI"/>
                <a:cs typeface="Yu Gothic UI"/>
              </a:defRPr>
            </a:pPr>
            <a:r>
              <a:rPr sz="1950" b="1">
                <a:solidFill>
                  <a:srgbClr val="17242B"/>
                </a:solidFill>
                <a:latin typeface="Yu Gothic UI"/>
                <a:ea typeface="Yu Gothic UI"/>
                <a:cs typeface="Yu Gothic UI"/>
              </a:rPr>
              <a:t>考える → 探す → 作る → 改善する → 確かめる → 公開する</a:t>
            </a:r>
          </a:p>
        </p:txBody>
      </p:sp>
      <p:sp>
        <p:nvSpPr>
          <p:cNvPr id="8" name="TextBox 7">
            <a:extLst xmlns:a="http://schemas.openxmlformats.org/drawingml/2006/main">
              <a:ext uri="{FF2B5EF4-FFF2-40B4-BE49-F238E27FC236}">
                <a16:creationId xmlns:a16="http://schemas.microsoft.com/office/drawing/2014/main" id="{CD8F1CF6-78B1-4776-843B-6F1DEA0B7639}"/>
              </a:ext>
            </a:extLst>
          </p:cNvPr>
          <p:cNvSpPr>
            <a:spLocks xmlns:a="http://schemas.openxmlformats.org/drawingml/2006/main" noGrp="1"/>
          </p:cNvSpPr>
          <p:nvPr/>
        </p:nvSpPr>
        <p:spPr>
          <a:xfrm xmlns:a="http://schemas.openxmlformats.org/drawingml/2006/main">
            <a:off x="762000" y="41338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500" b="1">
                <a:solidFill>
                  <a:srgbClr val="4A5F68"/>
                </a:solidFill>
                <a:latin typeface="Yu Gothic UI"/>
                <a:ea typeface="Yu Gothic UI"/>
                <a:cs typeface="Yu Gothic UI"/>
              </a:defRPr>
            </a:pPr>
            <a:r>
              <a:rPr sz="1500" b="1">
                <a:solidFill>
                  <a:srgbClr val="4A5F68"/>
                </a:solidFill>
                <a:latin typeface="Yu Gothic UI"/>
                <a:ea typeface="Yu Gothic UI"/>
                <a:cs typeface="Yu Gothic UI"/>
              </a:rPr>
              <a:t>成果物: 5製品を比較できる AI Agent Learning Hub</a:t>
            </a:r>
          </a:p>
        </p:txBody>
      </p:sp>
      <p:sp>
        <p:nvSpPr>
          <p:cNvPr id="9" name="TextBox 8">
            <a:extLst xmlns:a="http://schemas.openxmlformats.org/drawingml/2006/main">
              <a:ext uri="{FF2B5EF4-FFF2-40B4-BE49-F238E27FC236}">
                <a16:creationId xmlns:a16="http://schemas.microsoft.com/office/drawing/2014/main" id="{84EFCE2C-0A87-417F-8CF7-76A7F464F6C0}"/>
              </a:ext>
            </a:extLst>
          </p:cNvPr>
          <p:cNvSpPr>
            <a:spLocks xmlns:a="http://schemas.openxmlformats.org/drawingml/2006/main" noGrp="1"/>
          </p:cNvSpPr>
          <p:nvPr/>
        </p:nvSpPr>
        <p:spPr>
          <a:xfrm xmlns:a="http://schemas.openxmlformats.org/drawingml/2006/main">
            <a:off x="723900" y="4838700"/>
            <a:ext cx="4000500" cy="552450"/>
          </a:xfrm>
          <a:prstGeom xmlns:a="http://schemas.openxmlformats.org/drawingml/2006/main" prst="roundRect">
            <a:avLst>
              <a:gd name="adj" fmla="val 10345"/>
            </a:avLst>
          </a:prstGeom>
          <a:solidFill xmlns:a="http://schemas.openxmlformats.org/drawingml/2006/main">
            <a:srgbClr val="E8F6FC"/>
          </a:solidFill>
          <a:ln xmlns:a="http://schemas.openxmlformats.org/drawingml/2006/main" w="14288">
            <a:solidFill>
              <a:srgbClr val="00A5E3"/>
            </a:solidFill>
            <a:prstDash val="solid"/>
          </a:ln>
        </p:spPr>
        <p:txBody>
          <a:bodyPr xmlns:a="http://schemas.openxmlformats.org/drawingml/2006/main" wrap="square" lIns="171450" tIns="95250" rIns="171450" bIns="95250" anchor="ctr">
            <a:normAutofit fontScale="100000"/>
          </a:bodyPr>
          <a:lstStyle xmlns:a="http://schemas.openxmlformats.org/drawingml/2006/main"/>
          <a:p xmlns:a="http://schemas.openxmlformats.org/drawingml/2006/main">
            <a:pPr algn="l">
              <a:lnSpc>
                <a:spcPct val="114000"/>
              </a:lnSpc>
              <a:buNone/>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30分デモ  |  30分 Q&amp;A・予備</a:t>
            </a:r>
          </a:p>
        </p:txBody>
      </p:sp>
      <p:sp>
        <p:nvSpPr>
          <p:cNvPr id="10" name="Rectangle 9">
            <a:extLst xmlns:a="http://schemas.openxmlformats.org/drawingml/2006/main">
              <a:ext uri="{FF2B5EF4-FFF2-40B4-BE49-F238E27FC236}">
                <a16:creationId xmlns:a16="http://schemas.microsoft.com/office/drawing/2014/main" id="{81CE107E-C71F-4DFD-AE39-41627BF7ECF3}"/>
              </a:ext>
            </a:extLst>
          </p:cNvPr>
          <p:cNvSpPr>
            <a:spLocks xmlns:a="http://schemas.openxmlformats.org/drawingml/2006/main" noGrp="1"/>
          </p:cNvSpPr>
          <p:nvPr/>
        </p:nvSpPr>
        <p:spPr>
          <a:xfrm xmlns:a="http://schemas.openxmlformats.org/drawingml/2006/main">
            <a:off x="723900" y="5695950"/>
            <a:ext cx="2286000" cy="323850"/>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1800" b="1">
                <a:solidFill>
                  <a:srgbClr val="EF7E00"/>
                </a:solidFill>
                <a:latin typeface="Yu Gothic UI"/>
                <a:ea typeface="Yu Gothic UI"/>
                <a:cs typeface="Yu Gothic UI"/>
              </a:defRPr>
            </a:pPr>
            <a:r>
              <a:rPr sz="1800" b="1">
                <a:solidFill>
                  <a:srgbClr val="EF7E00"/>
                </a:solidFill>
                <a:latin typeface="Yu Gothic UI"/>
                <a:ea typeface="Yu Gothic UI"/>
                <a:cs typeface="Yu Gothic UI"/>
              </a:rPr>
              <a:t>2026.08.26</a:t>
            </a:r>
          </a:p>
        </p:txBody>
      </p:sp>
      <p:sp>
        <p:nvSpPr>
          <p:cNvPr id="11" name="TextBox 10">
            <a:extLst xmlns:a="http://schemas.openxmlformats.org/drawingml/2006/main">
              <a:ext uri="{FF2B5EF4-FFF2-40B4-BE49-F238E27FC236}">
                <a16:creationId xmlns:a16="http://schemas.microsoft.com/office/drawing/2014/main" id="{E904AEAD-D46C-4152-AC73-6BCBC81AC93C}"/>
              </a:ext>
            </a:extLst>
          </p:cNvPr>
          <p:cNvSpPr>
            <a:spLocks xmlns:a="http://schemas.openxmlformats.org/drawingml/2006/main" noGrp="1"/>
          </p:cNvSpPr>
          <p:nvPr/>
        </p:nvSpPr>
        <p:spPr>
          <a:xfrm xmlns:a="http://schemas.openxmlformats.org/drawingml/2006/main">
            <a:off x="723900" y="6124575"/>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350" b="0">
                <a:solidFill>
                  <a:srgbClr val="526571"/>
                </a:solidFill>
                <a:latin typeface="Yu Gothic UI"/>
                <a:ea typeface="Yu Gothic UI"/>
                <a:cs typeface="Yu Gothic UI"/>
              </a:defRPr>
            </a:pPr>
            <a:r>
              <a:rPr sz="1350" b="0">
                <a:solidFill>
                  <a:srgbClr val="526571"/>
                </a:solidFill>
                <a:latin typeface="Yu Gothic UI"/>
                <a:ea typeface="Yu Gothic UI"/>
                <a:cs typeface="Yu Gothic UI"/>
              </a:rPr>
              <a:t>株式会社MightyLINK</a:t>
            </a:r>
          </a:p>
        </p:txBody>
      </p:sp>
      <p:sp>
        <p:nvSpPr>
          <p:cNvPr id="12" name="TextBox 11">
            <a:extLst xmlns:a="http://schemas.openxmlformats.org/drawingml/2006/main">
              <a:ext uri="{FF2B5EF4-FFF2-40B4-BE49-F238E27FC236}">
                <a16:creationId xmlns:a16="http://schemas.microsoft.com/office/drawing/2014/main" id="{806581E5-1AB2-4BBA-A1CF-E374F14A6096}"/>
              </a:ext>
            </a:extLst>
          </p:cNvPr>
          <p:cNvSpPr>
            <a:spLocks xmlns:a="http://schemas.openxmlformats.org/drawingml/2006/main" noGrp="1"/>
          </p:cNvSpPr>
          <p:nvPr/>
        </p:nvSpPr>
        <p:spPr>
          <a:xfrm xmlns:a="http://schemas.openxmlformats.org/drawingml/2006/main">
            <a:off x="6248400" y="514350"/>
            <a:ext cx="5238750" cy="5829300"/>
          </a:xfrm>
          <a:prstGeom xmlns:a="http://schemas.openxmlformats.org/drawingml/2006/main" prst="roundRect">
            <a:avLst>
              <a:gd name="adj" fmla="val 1091"/>
            </a:avLst>
          </a:prstGeom>
          <a:solidFill xmlns:a="http://schemas.openxmlformats.org/drawingml/2006/main">
            <a:srgbClr val="FFFFFF"/>
          </a:solidFill>
          <a:ln xmlns:a="http://schemas.openxmlformats.org/drawingml/2006/main" w="9525">
            <a:solidFill>
              <a:srgbClr val="C9D8E1"/>
            </a:solidFill>
            <a:prstDash val="solid"/>
          </a:ln>
        </p:spPr>
        <p:txBody>
          <a:bodyPr xmlns:a="http://schemas.openxmlformats.org/drawingml/2006/main" wrap="square" lIns="152400" tIns="95250" rIns="152400" bIns="0" anchor="t">
            <a:noAutofit/>
          </a:bodyPr>
          <a:lstStyle xmlns:a="http://schemas.openxmlformats.org/drawingml/2006/main"/>
          <a:p xmlns:a="http://schemas.openxmlformats.org/drawingml/2006/main">
            <a:pPr algn="r">
              <a:lnSpc>
                <a:spcPct val="114000"/>
              </a:lnSpc>
              <a:buNone/>
              <a:defRPr sz="1125" b="1">
                <a:solidFill>
                  <a:srgbClr val="526571"/>
                </a:solidFill>
                <a:latin typeface="Yu Gothic UI"/>
                <a:ea typeface="Yu Gothic UI"/>
                <a:cs typeface="Yu Gothic UI"/>
              </a:defRPr>
            </a:pPr>
            <a:r>
              <a:rPr sz="1125" b="1">
                <a:solidFill>
                  <a:srgbClr val="526571"/>
                </a:solidFill>
                <a:latin typeface="Yu Gothic UI"/>
                <a:ea typeface="Yu Gothic UI"/>
                <a:cs typeface="Yu Gothic UI"/>
              </a:rPr>
              <a:t>GOOGLE ANTIGRAVITY</a:t>
            </a:r>
          </a:p>
        </p:txBody>
      </p:sp>
      <p:sp>
        <p:nvSpPr>
          <p:cNvPr id="13" name="Rectangle 12">
            <a:extLst xmlns:a="http://schemas.openxmlformats.org/drawingml/2006/main">
              <a:ext uri="{FF2B5EF4-FFF2-40B4-BE49-F238E27FC236}">
                <a16:creationId xmlns:a16="http://schemas.microsoft.com/office/drawing/2014/main" id="{6A9FB01C-28CD-4D29-B9D7-FDFC7F4D294E}"/>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pic>
        <p:nvPicPr>
          <p:cNvPr id="28" name="Picture 13"/>
          <p:cNvPicPr>
            <a:picLocks xmlns:a="http://schemas.openxmlformats.org/drawingml/2006/main" noChangeAspect="1"/>
          </p:cNvPicPr>
          <p:nvPr/>
        </p:nvPicPr>
        <p:blipFill>
          <a:blip xmlns:r="http://schemas.openxmlformats.org/officeDocument/2006/relationships" xmlns:a="http://schemas.openxmlformats.org/drawingml/2006/main" r:embed="R749bee9645b74ac4"/>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62a93cd979084cb8"/>
          <a:stretch xmlns:a="http://schemas.openxmlformats.org/drawingml/2006/main"/>
        </p:blipFill>
        <p:spPr>
          <a:xfrm xmlns:a="http://schemas.openxmlformats.org/drawingml/2006/main">
            <a:off x="6400800" y="2714125"/>
            <a:ext cx="4933950" cy="1467850"/>
          </a:xfrm>
          <a:prstGeom xmlns:a="http://schemas.openxmlformats.org/drawingml/2006/main" prst="roundRect">
            <a:avLst>
              <a:gd name="adj" fmla="val 1158"/>
            </a:avLst>
          </a:prstGeom>
        </p:spPr>
      </p:pic>
    </p:spTree>
    <p:extLst>
      <p:ext uri="{BB962C8B-B14F-4D97-AF65-F5344CB8AC3E}">
        <p14:creationId xmlns:p14="http://schemas.microsoft.com/office/powerpoint/2010/main" val="1640357837"/>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GOAL  |  ONE WORKFLOW</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見せたいのはサイトではなく、AIエージェントとの仕事の進め方です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02 / 26</a:t>
            </a:r>
          </a:p>
        </p:txBody>
      </p:sp>
      <p:sp>
        <p:nvSpPr>
          <p:cNvPr id="10" name="">
            <a:extLst xmlns:a="http://schemas.openxmlformats.org/drawingml/2006/main">
              <a:ext uri="{FF2B5EF4-FFF2-40B4-BE49-F238E27FC236}">
                <a16:creationId xmlns:a16="http://schemas.microsoft.com/office/drawing/2014/main" id="{0EB3F784-901D-4044-B290-529557822B9A}"/>
              </a:ext>
            </a:extLst>
          </p:cNvPr>
          <p:cNvSpPr>
            <a:spLocks xmlns:a="http://schemas.openxmlformats.org/drawingml/2006/main" noGrp="1"/>
          </p:cNvSpPr>
          <p:nvPr/>
        </p:nvSpPr>
        <p:spPr>
          <a:xfrm xmlns:a="http://schemas.openxmlformats.org/drawingml/2006/main">
            <a:off x="64770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E5ABECE2-ABDF-4C35-9D28-A58F64BA24C0}"/>
              </a:ext>
            </a:extLst>
          </p:cNvPr>
          <p:cNvSpPr>
            <a:spLocks xmlns:a="http://schemas.openxmlformats.org/drawingml/2006/main" noGrp="1"/>
          </p:cNvSpPr>
          <p:nvPr/>
        </p:nvSpPr>
        <p:spPr>
          <a:xfrm xmlns:a="http://schemas.openxmlformats.org/drawingml/2006/main">
            <a:off x="647700" y="230505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F179743-32C0-4B0F-A6E0-383F46493025}"/>
              </a:ext>
            </a:extLst>
          </p:cNvPr>
          <p:cNvSpPr>
            <a:spLocks xmlns:a="http://schemas.openxmlformats.org/drawingml/2006/main" noGrp="1"/>
          </p:cNvSpPr>
          <p:nvPr/>
        </p:nvSpPr>
        <p:spPr>
          <a:xfrm xmlns:a="http://schemas.openxmlformats.org/drawingml/2006/main">
            <a:off x="81915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CEB8AF36-7904-4439-B423-DBCA4C7D247D}"/>
              </a:ext>
            </a:extLst>
          </p:cNvPr>
          <p:cNvSpPr>
            <a:spLocks xmlns:a="http://schemas.openxmlformats.org/drawingml/2006/main" noGrp="1"/>
          </p:cNvSpPr>
          <p:nvPr/>
        </p:nvSpPr>
        <p:spPr>
          <a:xfrm xmlns:a="http://schemas.openxmlformats.org/drawingml/2006/main">
            <a:off x="81915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決める</a:t>
            </a:r>
          </a:p>
        </p:txBody>
      </p:sp>
      <p:sp>
        <p:nvSpPr>
          <p:cNvPr id="14" name="">
            <a:extLst xmlns:a="http://schemas.openxmlformats.org/drawingml/2006/main">
              <a:ext uri="{FF2B5EF4-FFF2-40B4-BE49-F238E27FC236}">
                <a16:creationId xmlns:a16="http://schemas.microsoft.com/office/drawing/2014/main" id="{0CF02DB5-EB03-4138-9A19-7E2FF902C7D1}"/>
              </a:ext>
            </a:extLst>
          </p:cNvPr>
          <p:cNvSpPr>
            <a:spLocks xmlns:a="http://schemas.openxmlformats.org/drawingml/2006/main" noGrp="1"/>
          </p:cNvSpPr>
          <p:nvPr/>
        </p:nvSpPr>
        <p:spPr>
          <a:xfrm xmlns:a="http://schemas.openxmlformats.org/drawingml/2006/main">
            <a:off x="81915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問い直して境界を固定</a:t>
            </a:r>
          </a:p>
        </p:txBody>
      </p:sp>
      <p:sp>
        <p:nvSpPr>
          <p:cNvPr id="15" name="">
            <a:extLst xmlns:a="http://schemas.openxmlformats.org/drawingml/2006/main">
              <a:ext uri="{FF2B5EF4-FFF2-40B4-BE49-F238E27FC236}">
                <a16:creationId xmlns:a16="http://schemas.microsoft.com/office/drawing/2014/main" id="{154FB56A-CD6E-46F1-8D49-839C1217D4E7}"/>
              </a:ext>
            </a:extLst>
          </p:cNvPr>
          <p:cNvSpPr>
            <a:spLocks xmlns:a="http://schemas.openxmlformats.org/drawingml/2006/main" noGrp="1"/>
          </p:cNvSpPr>
          <p:nvPr/>
        </p:nvSpPr>
        <p:spPr>
          <a:xfrm xmlns:a="http://schemas.openxmlformats.org/drawingml/2006/main">
            <a:off x="248602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32874828-3650-4FA2-9D59-9DA1BF3B13F6}"/>
              </a:ext>
            </a:extLst>
          </p:cNvPr>
          <p:cNvSpPr>
            <a:spLocks xmlns:a="http://schemas.openxmlformats.org/drawingml/2006/main" noGrp="1"/>
          </p:cNvSpPr>
          <p:nvPr/>
        </p:nvSpPr>
        <p:spPr>
          <a:xfrm xmlns:a="http://schemas.openxmlformats.org/drawingml/2006/main">
            <a:off x="2486025" y="230505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6F62F1B-D0A7-4659-A5D9-E00D6568A202}"/>
              </a:ext>
            </a:extLst>
          </p:cNvPr>
          <p:cNvSpPr>
            <a:spLocks xmlns:a="http://schemas.openxmlformats.org/drawingml/2006/main" noGrp="1"/>
          </p:cNvSpPr>
          <p:nvPr/>
        </p:nvSpPr>
        <p:spPr>
          <a:xfrm xmlns:a="http://schemas.openxmlformats.org/drawingml/2006/main">
            <a:off x="265747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D1897D86-7CAF-4E56-9CC9-B1EA4E8F7DE1}"/>
              </a:ext>
            </a:extLst>
          </p:cNvPr>
          <p:cNvSpPr>
            <a:spLocks xmlns:a="http://schemas.openxmlformats.org/drawingml/2006/main" noGrp="1"/>
          </p:cNvSpPr>
          <p:nvPr/>
        </p:nvSpPr>
        <p:spPr>
          <a:xfrm xmlns:a="http://schemas.openxmlformats.org/drawingml/2006/main">
            <a:off x="265747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探す</a:t>
            </a:r>
          </a:p>
        </p:txBody>
      </p:sp>
      <p:sp>
        <p:nvSpPr>
          <p:cNvPr id="19" name="">
            <a:extLst xmlns:a="http://schemas.openxmlformats.org/drawingml/2006/main">
              <a:ext uri="{FF2B5EF4-FFF2-40B4-BE49-F238E27FC236}">
                <a16:creationId xmlns:a16="http://schemas.microsoft.com/office/drawing/2014/main" id="{297B3565-4622-45C0-A9CE-984E7159F06F}"/>
              </a:ext>
            </a:extLst>
          </p:cNvPr>
          <p:cNvSpPr>
            <a:spLocks xmlns:a="http://schemas.openxmlformats.org/drawingml/2006/main" noGrp="1"/>
          </p:cNvSpPr>
          <p:nvPr/>
        </p:nvSpPr>
        <p:spPr>
          <a:xfrm xmlns:a="http://schemas.openxmlformats.org/drawingml/2006/main">
            <a:off x="265747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Skillで専門能力を追加</a:t>
            </a:r>
          </a:p>
        </p:txBody>
      </p:sp>
      <p:sp>
        <p:nvSpPr>
          <p:cNvPr id="20" name="">
            <a:extLst xmlns:a="http://schemas.openxmlformats.org/drawingml/2006/main">
              <a:ext uri="{FF2B5EF4-FFF2-40B4-BE49-F238E27FC236}">
                <a16:creationId xmlns:a16="http://schemas.microsoft.com/office/drawing/2014/main" id="{33E49526-FC60-4F31-AD53-9920FC172DC6}"/>
              </a:ext>
            </a:extLst>
          </p:cNvPr>
          <p:cNvSpPr>
            <a:spLocks xmlns:a="http://schemas.openxmlformats.org/drawingml/2006/main" noGrp="1"/>
          </p:cNvSpPr>
          <p:nvPr/>
        </p:nvSpPr>
        <p:spPr>
          <a:xfrm xmlns:a="http://schemas.openxmlformats.org/drawingml/2006/main">
            <a:off x="432435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43B9F6E5-5D75-4173-B472-3EF8376077FD}"/>
              </a:ext>
            </a:extLst>
          </p:cNvPr>
          <p:cNvSpPr>
            <a:spLocks xmlns:a="http://schemas.openxmlformats.org/drawingml/2006/main" noGrp="1"/>
          </p:cNvSpPr>
          <p:nvPr/>
        </p:nvSpPr>
        <p:spPr>
          <a:xfrm xmlns:a="http://schemas.openxmlformats.org/drawingml/2006/main">
            <a:off x="4324350" y="230505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AE271FE-B46E-4F60-AF36-0D598EE24EAF}"/>
              </a:ext>
            </a:extLst>
          </p:cNvPr>
          <p:cNvSpPr>
            <a:spLocks xmlns:a="http://schemas.openxmlformats.org/drawingml/2006/main" noGrp="1"/>
          </p:cNvSpPr>
          <p:nvPr/>
        </p:nvSpPr>
        <p:spPr>
          <a:xfrm xmlns:a="http://schemas.openxmlformats.org/drawingml/2006/main">
            <a:off x="449580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FAD24572-8C60-499B-A0EE-407E4AD65CC1}"/>
              </a:ext>
            </a:extLst>
          </p:cNvPr>
          <p:cNvSpPr>
            <a:spLocks xmlns:a="http://schemas.openxmlformats.org/drawingml/2006/main" noGrp="1"/>
          </p:cNvSpPr>
          <p:nvPr/>
        </p:nvSpPr>
        <p:spPr>
          <a:xfrm xmlns:a="http://schemas.openxmlformats.org/drawingml/2006/main">
            <a:off x="449580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作る</a:t>
            </a:r>
          </a:p>
        </p:txBody>
      </p:sp>
      <p:sp>
        <p:nvSpPr>
          <p:cNvPr id="24" name="">
            <a:extLst xmlns:a="http://schemas.openxmlformats.org/drawingml/2006/main">
              <a:ext uri="{FF2B5EF4-FFF2-40B4-BE49-F238E27FC236}">
                <a16:creationId xmlns:a16="http://schemas.microsoft.com/office/drawing/2014/main" id="{A28714B2-19F9-4C88-8A5F-2710D9FCF595}"/>
              </a:ext>
            </a:extLst>
          </p:cNvPr>
          <p:cNvSpPr>
            <a:spLocks xmlns:a="http://schemas.openxmlformats.org/drawingml/2006/main" noGrp="1"/>
          </p:cNvSpPr>
          <p:nvPr/>
        </p:nvSpPr>
        <p:spPr>
          <a:xfrm xmlns:a="http://schemas.openxmlformats.org/drawingml/2006/main">
            <a:off x="449580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初版を短時間で実装</a:t>
            </a:r>
          </a:p>
        </p:txBody>
      </p:sp>
      <p:sp>
        <p:nvSpPr>
          <p:cNvPr id="25" name="">
            <a:extLst xmlns:a="http://schemas.openxmlformats.org/drawingml/2006/main">
              <a:ext uri="{FF2B5EF4-FFF2-40B4-BE49-F238E27FC236}">
                <a16:creationId xmlns:a16="http://schemas.microsoft.com/office/drawing/2014/main" id="{1C8A4BC9-AED4-477E-8C31-C534EC8E4BDA}"/>
              </a:ext>
            </a:extLst>
          </p:cNvPr>
          <p:cNvSpPr>
            <a:spLocks xmlns:a="http://schemas.openxmlformats.org/drawingml/2006/main" noGrp="1"/>
          </p:cNvSpPr>
          <p:nvPr/>
        </p:nvSpPr>
        <p:spPr>
          <a:xfrm xmlns:a="http://schemas.openxmlformats.org/drawingml/2006/main">
            <a:off x="616267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E0EFD03F-4503-4170-947E-8DB8816A5DC6}"/>
              </a:ext>
            </a:extLst>
          </p:cNvPr>
          <p:cNvSpPr>
            <a:spLocks xmlns:a="http://schemas.openxmlformats.org/drawingml/2006/main" noGrp="1"/>
          </p:cNvSpPr>
          <p:nvPr/>
        </p:nvSpPr>
        <p:spPr>
          <a:xfrm xmlns:a="http://schemas.openxmlformats.org/drawingml/2006/main">
            <a:off x="6162675" y="230505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D3EF3B9-5EE9-4CCB-BCE6-BD8B9A75C79C}"/>
              </a:ext>
            </a:extLst>
          </p:cNvPr>
          <p:cNvSpPr>
            <a:spLocks xmlns:a="http://schemas.openxmlformats.org/drawingml/2006/main" noGrp="1"/>
          </p:cNvSpPr>
          <p:nvPr/>
        </p:nvSpPr>
        <p:spPr>
          <a:xfrm xmlns:a="http://schemas.openxmlformats.org/drawingml/2006/main">
            <a:off x="633412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F4474349-F177-4474-9AE7-0D77C1135BC2}"/>
              </a:ext>
            </a:extLst>
          </p:cNvPr>
          <p:cNvSpPr>
            <a:spLocks xmlns:a="http://schemas.openxmlformats.org/drawingml/2006/main" noGrp="1"/>
          </p:cNvSpPr>
          <p:nvPr/>
        </p:nvSpPr>
        <p:spPr>
          <a:xfrm xmlns:a="http://schemas.openxmlformats.org/drawingml/2006/main">
            <a:off x="633412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改善</a:t>
            </a:r>
          </a:p>
        </p:txBody>
      </p:sp>
      <p:sp>
        <p:nvSpPr>
          <p:cNvPr id="29" name="">
            <a:extLst xmlns:a="http://schemas.openxmlformats.org/drawingml/2006/main">
              <a:ext uri="{FF2B5EF4-FFF2-40B4-BE49-F238E27FC236}">
                <a16:creationId xmlns:a16="http://schemas.microsoft.com/office/drawing/2014/main" id="{A3E317B7-5560-48A9-ACEC-A4A025D87A56}"/>
              </a:ext>
            </a:extLst>
          </p:cNvPr>
          <p:cNvSpPr>
            <a:spLocks xmlns:a="http://schemas.openxmlformats.org/drawingml/2006/main" noGrp="1"/>
          </p:cNvSpPr>
          <p:nvPr/>
        </p:nvSpPr>
        <p:spPr>
          <a:xfrm xmlns:a="http://schemas.openxmlformats.org/drawingml/2006/main">
            <a:off x="633412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具体条件で品質を上げる</a:t>
            </a:r>
          </a:p>
        </p:txBody>
      </p:sp>
      <p:sp>
        <p:nvSpPr>
          <p:cNvPr id="30" name="">
            <a:extLst xmlns:a="http://schemas.openxmlformats.org/drawingml/2006/main">
              <a:ext uri="{FF2B5EF4-FFF2-40B4-BE49-F238E27FC236}">
                <a16:creationId xmlns:a16="http://schemas.microsoft.com/office/drawing/2014/main" id="{56A7CC27-700F-45F1-998F-82EB0ADE0E04}"/>
              </a:ext>
            </a:extLst>
          </p:cNvPr>
          <p:cNvSpPr>
            <a:spLocks xmlns:a="http://schemas.openxmlformats.org/drawingml/2006/main" noGrp="1"/>
          </p:cNvSpPr>
          <p:nvPr/>
        </p:nvSpPr>
        <p:spPr>
          <a:xfrm xmlns:a="http://schemas.openxmlformats.org/drawingml/2006/main">
            <a:off x="8001000"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46F676D1-C911-4C6A-857A-B186E7FDB0DB}"/>
              </a:ext>
            </a:extLst>
          </p:cNvPr>
          <p:cNvSpPr>
            <a:spLocks xmlns:a="http://schemas.openxmlformats.org/drawingml/2006/main" noGrp="1"/>
          </p:cNvSpPr>
          <p:nvPr/>
        </p:nvSpPr>
        <p:spPr>
          <a:xfrm xmlns:a="http://schemas.openxmlformats.org/drawingml/2006/main">
            <a:off x="8001000" y="230505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CF03F1E-DC5A-4248-BF8E-99D74CF260E5}"/>
              </a:ext>
            </a:extLst>
          </p:cNvPr>
          <p:cNvSpPr>
            <a:spLocks xmlns:a="http://schemas.openxmlformats.org/drawingml/2006/main" noGrp="1"/>
          </p:cNvSpPr>
          <p:nvPr/>
        </p:nvSpPr>
        <p:spPr>
          <a:xfrm xmlns:a="http://schemas.openxmlformats.org/drawingml/2006/main">
            <a:off x="8172450"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05</a:t>
            </a:r>
          </a:p>
        </p:txBody>
      </p:sp>
      <p:sp>
        <p:nvSpPr>
          <p:cNvPr id="33" name="">
            <a:extLst xmlns:a="http://schemas.openxmlformats.org/drawingml/2006/main">
              <a:ext uri="{FF2B5EF4-FFF2-40B4-BE49-F238E27FC236}">
                <a16:creationId xmlns:a16="http://schemas.microsoft.com/office/drawing/2014/main" id="{71D92DF6-4013-4989-BB7A-2A850E16655D}"/>
              </a:ext>
            </a:extLst>
          </p:cNvPr>
          <p:cNvSpPr>
            <a:spLocks xmlns:a="http://schemas.openxmlformats.org/drawingml/2006/main" noGrp="1"/>
          </p:cNvSpPr>
          <p:nvPr/>
        </p:nvSpPr>
        <p:spPr>
          <a:xfrm xmlns:a="http://schemas.openxmlformats.org/drawingml/2006/main">
            <a:off x="8172450"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検証</a:t>
            </a:r>
          </a:p>
        </p:txBody>
      </p:sp>
      <p:sp>
        <p:nvSpPr>
          <p:cNvPr id="34" name="">
            <a:extLst xmlns:a="http://schemas.openxmlformats.org/drawingml/2006/main">
              <a:ext uri="{FF2B5EF4-FFF2-40B4-BE49-F238E27FC236}">
                <a16:creationId xmlns:a16="http://schemas.microsoft.com/office/drawing/2014/main" id="{60819D32-6F2A-474B-8C23-B6F26BC857E5}"/>
              </a:ext>
            </a:extLst>
          </p:cNvPr>
          <p:cNvSpPr>
            <a:spLocks xmlns:a="http://schemas.openxmlformats.org/drawingml/2006/main" noGrp="1"/>
          </p:cNvSpPr>
          <p:nvPr/>
        </p:nvSpPr>
        <p:spPr>
          <a:xfrm xmlns:a="http://schemas.openxmlformats.org/drawingml/2006/main">
            <a:off x="8172450"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Browser / MCPで証拠化</a:t>
            </a:r>
          </a:p>
        </p:txBody>
      </p:sp>
      <p:sp>
        <p:nvSpPr>
          <p:cNvPr id="35" name="">
            <a:extLst xmlns:a="http://schemas.openxmlformats.org/drawingml/2006/main">
              <a:ext uri="{FF2B5EF4-FFF2-40B4-BE49-F238E27FC236}">
                <a16:creationId xmlns:a16="http://schemas.microsoft.com/office/drawing/2014/main" id="{DFCD2665-E153-441B-894B-52B16C845EE5}"/>
              </a:ext>
            </a:extLst>
          </p:cNvPr>
          <p:cNvSpPr>
            <a:spLocks xmlns:a="http://schemas.openxmlformats.org/drawingml/2006/main" noGrp="1"/>
          </p:cNvSpPr>
          <p:nvPr/>
        </p:nvSpPr>
        <p:spPr>
          <a:xfrm xmlns:a="http://schemas.openxmlformats.org/drawingml/2006/main">
            <a:off x="9839325" y="230505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6" name="">
            <a:extLst xmlns:a="http://schemas.openxmlformats.org/drawingml/2006/main">
              <a:ext uri="{FF2B5EF4-FFF2-40B4-BE49-F238E27FC236}">
                <a16:creationId xmlns:a16="http://schemas.microsoft.com/office/drawing/2014/main" id="{BAE0201B-F232-4E5B-8709-2F064E56B532}"/>
              </a:ext>
            </a:extLst>
          </p:cNvPr>
          <p:cNvSpPr>
            <a:spLocks xmlns:a="http://schemas.openxmlformats.org/drawingml/2006/main" noGrp="1"/>
          </p:cNvSpPr>
          <p:nvPr/>
        </p:nvSpPr>
        <p:spPr>
          <a:xfrm xmlns:a="http://schemas.openxmlformats.org/drawingml/2006/main">
            <a:off x="9839325" y="230505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DD30021A-929C-49E8-8103-C237FB33B208}"/>
              </a:ext>
            </a:extLst>
          </p:cNvPr>
          <p:cNvSpPr>
            <a:spLocks xmlns:a="http://schemas.openxmlformats.org/drawingml/2006/main" noGrp="1"/>
          </p:cNvSpPr>
          <p:nvPr/>
        </p:nvSpPr>
        <p:spPr>
          <a:xfrm xmlns:a="http://schemas.openxmlformats.org/drawingml/2006/main">
            <a:off x="10010775" y="24765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06</a:t>
            </a:r>
          </a:p>
        </p:txBody>
      </p:sp>
      <p:sp>
        <p:nvSpPr>
          <p:cNvPr id="38" name="">
            <a:extLst xmlns:a="http://schemas.openxmlformats.org/drawingml/2006/main">
              <a:ext uri="{FF2B5EF4-FFF2-40B4-BE49-F238E27FC236}">
                <a16:creationId xmlns:a16="http://schemas.microsoft.com/office/drawing/2014/main" id="{A05A3CD7-96B8-4B3B-A913-2346B962A7AC}"/>
              </a:ext>
            </a:extLst>
          </p:cNvPr>
          <p:cNvSpPr>
            <a:spLocks xmlns:a="http://schemas.openxmlformats.org/drawingml/2006/main" noGrp="1"/>
          </p:cNvSpPr>
          <p:nvPr/>
        </p:nvSpPr>
        <p:spPr>
          <a:xfrm xmlns:a="http://schemas.openxmlformats.org/drawingml/2006/main">
            <a:off x="10010775" y="2857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共有</a:t>
            </a:r>
          </a:p>
        </p:txBody>
      </p:sp>
      <p:sp>
        <p:nvSpPr>
          <p:cNvPr id="39" name="">
            <a:extLst xmlns:a="http://schemas.openxmlformats.org/drawingml/2006/main">
              <a:ext uri="{FF2B5EF4-FFF2-40B4-BE49-F238E27FC236}">
                <a16:creationId xmlns:a16="http://schemas.microsoft.com/office/drawing/2014/main" id="{F6C8F6E5-BC4F-4555-9DDB-D9704B158CB5}"/>
              </a:ext>
            </a:extLst>
          </p:cNvPr>
          <p:cNvSpPr>
            <a:spLocks xmlns:a="http://schemas.openxmlformats.org/drawingml/2006/main" noGrp="1"/>
          </p:cNvSpPr>
          <p:nvPr/>
        </p:nvSpPr>
        <p:spPr>
          <a:xfrm xmlns:a="http://schemas.openxmlformats.org/drawingml/2006/main">
            <a:off x="10010775" y="323850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人の承認後に公開</a:t>
            </a:r>
          </a:p>
        </p:txBody>
      </p:sp>
      <p:sp>
        <p:nvSpPr>
          <p:cNvPr id="40" name="">
            <a:extLst xmlns:a="http://schemas.openxmlformats.org/drawingml/2006/main">
              <a:ext uri="{FF2B5EF4-FFF2-40B4-BE49-F238E27FC236}">
                <a16:creationId xmlns:a16="http://schemas.microsoft.com/office/drawing/2014/main" id="{6B373B8A-C41C-4036-8BF6-ABA9A199E08D}"/>
              </a:ext>
            </a:extLst>
          </p:cNvPr>
          <p:cNvSpPr>
            <a:spLocks xmlns:a="http://schemas.openxmlformats.org/drawingml/2006/main" noGrp="1"/>
          </p:cNvSpPr>
          <p:nvPr/>
        </p:nvSpPr>
        <p:spPr>
          <a:xfrm xmlns:a="http://schemas.openxmlformats.org/drawingml/2006/main">
            <a:off x="1714500" y="4324350"/>
            <a:ext cx="8763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00" b="1">
                <a:solidFill>
                  <a:srgbClr val="17242B"/>
                </a:solidFill>
                <a:latin typeface="Yu Gothic UI"/>
                <a:ea typeface="Yu Gothic UI"/>
                <a:cs typeface="Yu Gothic UI"/>
              </a:defRPr>
            </a:pPr>
            <a:r>
              <a:rPr sz="1800" b="1">
                <a:solidFill>
                  <a:srgbClr val="17242B"/>
                </a:solidFill>
                <a:latin typeface="Yu Gothic UI"/>
                <a:ea typeface="Yu Gothic UI"/>
                <a:cs typeface="Yu Gothic UI"/>
              </a:rPr>
              <a:t>人が目的・境界・承認を持ち、エージェントが計画・実行・検証をつなぐ</a:t>
            </a:r>
          </a:p>
        </p:txBody>
      </p:sp>
    </p:spTree>
    <p:extLst>
      <p:ext uri="{BB962C8B-B14F-4D97-AF65-F5344CB8AC3E}">
        <p14:creationId xmlns:p14="http://schemas.microsoft.com/office/powerpoint/2010/main" val="101826840"/>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ORIENTATION  |  FIVE PRODUCTS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同じAIエージェントでも、得意な仕事と操作面が違います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03 / 26</a:t>
            </a:r>
          </a:p>
        </p:txBody>
      </p:sp>
      <p:sp>
        <p:nvSpPr>
          <p:cNvPr id="10" name="">
            <a:extLst xmlns:a="http://schemas.openxmlformats.org/drawingml/2006/main">
              <a:ext uri="{FF2B5EF4-FFF2-40B4-BE49-F238E27FC236}">
                <a16:creationId xmlns:a16="http://schemas.microsoft.com/office/drawing/2014/main" id="{DDF4021F-FAA1-445B-ADC4-7818FF567230}"/>
              </a:ext>
            </a:extLst>
          </p:cNvPr>
          <p:cNvSpPr>
            <a:spLocks xmlns:a="http://schemas.openxmlformats.org/drawingml/2006/main" noGrp="1"/>
          </p:cNvSpPr>
          <p:nvPr/>
        </p:nvSpPr>
        <p:spPr>
          <a:xfrm xmlns:a="http://schemas.openxmlformats.org/drawingml/2006/main">
            <a:off x="64770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69DF73E3-C63C-4F5D-BC48-0D5CBC894E48}"/>
              </a:ext>
            </a:extLst>
          </p:cNvPr>
          <p:cNvSpPr>
            <a:spLocks xmlns:a="http://schemas.openxmlformats.org/drawingml/2006/main" noGrp="1"/>
          </p:cNvSpPr>
          <p:nvPr/>
        </p:nvSpPr>
        <p:spPr>
          <a:xfrm xmlns:a="http://schemas.openxmlformats.org/drawingml/2006/main">
            <a:off x="647700" y="1714500"/>
            <a:ext cx="2072640"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524AD0-0475-45E5-8DCF-549A1E5095EF}"/>
              </a:ext>
            </a:extLst>
          </p:cNvPr>
          <p:cNvSpPr>
            <a:spLocks xmlns:a="http://schemas.openxmlformats.org/drawingml/2006/main" noGrp="1"/>
          </p:cNvSpPr>
          <p:nvPr/>
        </p:nvSpPr>
        <p:spPr>
          <a:xfrm xmlns:a="http://schemas.openxmlformats.org/drawingml/2006/main">
            <a:off x="81915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00A5E3"/>
                </a:solidFill>
                <a:latin typeface="Yu Gothic UI"/>
                <a:ea typeface="Yu Gothic UI"/>
                <a:cs typeface="Yu Gothic UI"/>
              </a:defRPr>
            </a:pPr>
            <a:r>
              <a:rPr sz="1650" b="1">
                <a:solidFill>
                  <a:srgbClr val="00A5E3"/>
                </a:solidFill>
                <a:latin typeface="Yu Gothic UI"/>
                <a:ea typeface="Yu Gothic UI"/>
                <a:cs typeface="Yu Gothic UI"/>
              </a:rPr>
              <a:t>Codex</a:t>
            </a:r>
          </a:p>
        </p:txBody>
      </p:sp>
      <p:sp>
        <p:nvSpPr>
          <p:cNvPr id="13" name="">
            <a:extLst xmlns:a="http://schemas.openxmlformats.org/drawingml/2006/main">
              <a:ext uri="{FF2B5EF4-FFF2-40B4-BE49-F238E27FC236}">
                <a16:creationId xmlns:a16="http://schemas.microsoft.com/office/drawing/2014/main" id="{318997E5-0D55-40B3-AE4D-BA47BE0DA43A}"/>
              </a:ext>
            </a:extLst>
          </p:cNvPr>
          <p:cNvSpPr>
            <a:spLocks xmlns:a="http://schemas.openxmlformats.org/drawingml/2006/main" noGrp="1"/>
          </p:cNvSpPr>
          <p:nvPr/>
        </p:nvSpPr>
        <p:spPr>
          <a:xfrm xmlns:a="http://schemas.openxmlformats.org/drawingml/2006/main">
            <a:off x="81915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14" name="">
            <a:extLst xmlns:a="http://schemas.openxmlformats.org/drawingml/2006/main">
              <a:ext uri="{FF2B5EF4-FFF2-40B4-BE49-F238E27FC236}">
                <a16:creationId xmlns:a16="http://schemas.microsoft.com/office/drawing/2014/main" id="{BE5E49DC-C225-481A-824D-E310EF03ADAC}"/>
              </a:ext>
            </a:extLst>
          </p:cNvPr>
          <p:cNvSpPr>
            <a:spLocks xmlns:a="http://schemas.openxmlformats.org/drawingml/2006/main" noGrp="1"/>
          </p:cNvSpPr>
          <p:nvPr/>
        </p:nvSpPr>
        <p:spPr>
          <a:xfrm xmlns:a="http://schemas.openxmlformats.org/drawingml/2006/main">
            <a:off x="81915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開発 + 周辺業務</a:t>
            </a:r>
          </a:p>
        </p:txBody>
      </p:sp>
      <p:sp>
        <p:nvSpPr>
          <p:cNvPr id="15" name="">
            <a:extLst xmlns:a="http://schemas.openxmlformats.org/drawingml/2006/main">
              <a:ext uri="{FF2B5EF4-FFF2-40B4-BE49-F238E27FC236}">
                <a16:creationId xmlns:a16="http://schemas.microsoft.com/office/drawing/2014/main" id="{5D5AFB45-128F-4BF2-9599-70408064190C}"/>
              </a:ext>
            </a:extLst>
          </p:cNvPr>
          <p:cNvSpPr>
            <a:spLocks xmlns:a="http://schemas.openxmlformats.org/drawingml/2006/main" noGrp="1"/>
          </p:cNvSpPr>
          <p:nvPr/>
        </p:nvSpPr>
        <p:spPr>
          <a:xfrm xmlns:a="http://schemas.openxmlformats.org/drawingml/2006/main">
            <a:off x="81915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16" name="">
            <a:extLst xmlns:a="http://schemas.openxmlformats.org/drawingml/2006/main">
              <a:ext uri="{FF2B5EF4-FFF2-40B4-BE49-F238E27FC236}">
                <a16:creationId xmlns:a16="http://schemas.microsoft.com/office/drawing/2014/main" id="{1C087808-6469-4D0A-91E0-CE0D79773D58}"/>
              </a:ext>
            </a:extLst>
          </p:cNvPr>
          <p:cNvSpPr>
            <a:spLocks xmlns:a="http://schemas.openxmlformats.org/drawingml/2006/main" noGrp="1"/>
          </p:cNvSpPr>
          <p:nvPr/>
        </p:nvSpPr>
        <p:spPr>
          <a:xfrm xmlns:a="http://schemas.openxmlformats.org/drawingml/2006/main">
            <a:off x="81915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CLI / IDE / cloud</a:t>
            </a:r>
          </a:p>
        </p:txBody>
      </p:sp>
      <p:sp>
        <p:nvSpPr>
          <p:cNvPr id="17" name="">
            <a:extLst xmlns:a="http://schemas.openxmlformats.org/drawingml/2006/main">
              <a:ext uri="{FF2B5EF4-FFF2-40B4-BE49-F238E27FC236}">
                <a16:creationId xmlns:a16="http://schemas.microsoft.com/office/drawing/2014/main" id="{E16E4F74-1439-4A91-985F-2C450161C2C9}"/>
              </a:ext>
            </a:extLst>
          </p:cNvPr>
          <p:cNvSpPr>
            <a:spLocks xmlns:a="http://schemas.openxmlformats.org/drawingml/2006/main" noGrp="1"/>
          </p:cNvSpPr>
          <p:nvPr/>
        </p:nvSpPr>
        <p:spPr>
          <a:xfrm xmlns:a="http://schemas.openxmlformats.org/drawingml/2006/main">
            <a:off x="285369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18" name="">
            <a:extLst xmlns:a="http://schemas.openxmlformats.org/drawingml/2006/main">
              <a:ext uri="{FF2B5EF4-FFF2-40B4-BE49-F238E27FC236}">
                <a16:creationId xmlns:a16="http://schemas.microsoft.com/office/drawing/2014/main" id="{FF8EA934-413A-4253-A53B-ED017B088958}"/>
              </a:ext>
            </a:extLst>
          </p:cNvPr>
          <p:cNvSpPr>
            <a:spLocks xmlns:a="http://schemas.openxmlformats.org/drawingml/2006/main" noGrp="1"/>
          </p:cNvSpPr>
          <p:nvPr/>
        </p:nvSpPr>
        <p:spPr>
          <a:xfrm xmlns:a="http://schemas.openxmlformats.org/drawingml/2006/main">
            <a:off x="2853690" y="1714500"/>
            <a:ext cx="2072640"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A62AC44-BD72-41A0-A3A8-95E5072F8511}"/>
              </a:ext>
            </a:extLst>
          </p:cNvPr>
          <p:cNvSpPr>
            <a:spLocks xmlns:a="http://schemas.openxmlformats.org/drawingml/2006/main" noGrp="1"/>
          </p:cNvSpPr>
          <p:nvPr/>
        </p:nvSpPr>
        <p:spPr>
          <a:xfrm xmlns:a="http://schemas.openxmlformats.org/drawingml/2006/main">
            <a:off x="302514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EF7E00"/>
                </a:solidFill>
                <a:latin typeface="Yu Gothic UI"/>
                <a:ea typeface="Yu Gothic UI"/>
                <a:cs typeface="Yu Gothic UI"/>
              </a:defRPr>
            </a:pPr>
            <a:r>
              <a:rPr sz="1650" b="1">
                <a:solidFill>
                  <a:srgbClr val="EF7E00"/>
                </a:solidFill>
                <a:latin typeface="Yu Gothic UI"/>
                <a:ea typeface="Yu Gothic UI"/>
                <a:cs typeface="Yu Gothic UI"/>
              </a:rPr>
              <a:t>Claude Code</a:t>
            </a:r>
          </a:p>
        </p:txBody>
      </p:sp>
      <p:sp>
        <p:nvSpPr>
          <p:cNvPr id="20" name="">
            <a:extLst xmlns:a="http://schemas.openxmlformats.org/drawingml/2006/main">
              <a:ext uri="{FF2B5EF4-FFF2-40B4-BE49-F238E27FC236}">
                <a16:creationId xmlns:a16="http://schemas.microsoft.com/office/drawing/2014/main" id="{5AB4D683-73FA-435E-A389-1605F6F37D7A}"/>
              </a:ext>
            </a:extLst>
          </p:cNvPr>
          <p:cNvSpPr>
            <a:spLocks xmlns:a="http://schemas.openxmlformats.org/drawingml/2006/main" noGrp="1"/>
          </p:cNvSpPr>
          <p:nvPr/>
        </p:nvSpPr>
        <p:spPr>
          <a:xfrm xmlns:a="http://schemas.openxmlformats.org/drawingml/2006/main">
            <a:off x="302514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21" name="">
            <a:extLst xmlns:a="http://schemas.openxmlformats.org/drawingml/2006/main">
              <a:ext uri="{FF2B5EF4-FFF2-40B4-BE49-F238E27FC236}">
                <a16:creationId xmlns:a16="http://schemas.microsoft.com/office/drawing/2014/main" id="{6A38E484-A338-4557-B261-E6A4E03EA706}"/>
              </a:ext>
            </a:extLst>
          </p:cNvPr>
          <p:cNvSpPr>
            <a:spLocks xmlns:a="http://schemas.openxmlformats.org/drawingml/2006/main" noGrp="1"/>
          </p:cNvSpPr>
          <p:nvPr/>
        </p:nvSpPr>
        <p:spPr>
          <a:xfrm xmlns:a="http://schemas.openxmlformats.org/drawingml/2006/main">
            <a:off x="302514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ソフトウェア開発</a:t>
            </a:r>
          </a:p>
        </p:txBody>
      </p:sp>
      <p:sp>
        <p:nvSpPr>
          <p:cNvPr id="22" name="">
            <a:extLst xmlns:a="http://schemas.openxmlformats.org/drawingml/2006/main">
              <a:ext uri="{FF2B5EF4-FFF2-40B4-BE49-F238E27FC236}">
                <a16:creationId xmlns:a16="http://schemas.microsoft.com/office/drawing/2014/main" id="{766A31CB-E95E-44C6-986C-D7DDE4D71997}"/>
              </a:ext>
            </a:extLst>
          </p:cNvPr>
          <p:cNvSpPr>
            <a:spLocks xmlns:a="http://schemas.openxmlformats.org/drawingml/2006/main" noGrp="1"/>
          </p:cNvSpPr>
          <p:nvPr/>
        </p:nvSpPr>
        <p:spPr>
          <a:xfrm xmlns:a="http://schemas.openxmlformats.org/drawingml/2006/main">
            <a:off x="302514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23" name="">
            <a:extLst xmlns:a="http://schemas.openxmlformats.org/drawingml/2006/main">
              <a:ext uri="{FF2B5EF4-FFF2-40B4-BE49-F238E27FC236}">
                <a16:creationId xmlns:a16="http://schemas.microsoft.com/office/drawing/2014/main" id="{61CF494B-E861-4ABA-BB0C-9F4CE860338E}"/>
              </a:ext>
            </a:extLst>
          </p:cNvPr>
          <p:cNvSpPr>
            <a:spLocks xmlns:a="http://schemas.openxmlformats.org/drawingml/2006/main" noGrp="1"/>
          </p:cNvSpPr>
          <p:nvPr/>
        </p:nvSpPr>
        <p:spPr>
          <a:xfrm xmlns:a="http://schemas.openxmlformats.org/drawingml/2006/main">
            <a:off x="302514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terminal / IDE / desktop / web</a:t>
            </a:r>
          </a:p>
        </p:txBody>
      </p:sp>
      <p:sp>
        <p:nvSpPr>
          <p:cNvPr id="24" name="">
            <a:extLst xmlns:a="http://schemas.openxmlformats.org/drawingml/2006/main">
              <a:ext uri="{FF2B5EF4-FFF2-40B4-BE49-F238E27FC236}">
                <a16:creationId xmlns:a16="http://schemas.microsoft.com/office/drawing/2014/main" id="{D924F1A1-8244-47F2-A690-5A7990760BF3}"/>
              </a:ext>
            </a:extLst>
          </p:cNvPr>
          <p:cNvSpPr>
            <a:spLocks xmlns:a="http://schemas.openxmlformats.org/drawingml/2006/main" noGrp="1"/>
          </p:cNvSpPr>
          <p:nvPr/>
        </p:nvSpPr>
        <p:spPr>
          <a:xfrm xmlns:a="http://schemas.openxmlformats.org/drawingml/2006/main">
            <a:off x="505968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500EB763-1F48-498E-B2C4-24D0A0361479}"/>
              </a:ext>
            </a:extLst>
          </p:cNvPr>
          <p:cNvSpPr>
            <a:spLocks xmlns:a="http://schemas.openxmlformats.org/drawingml/2006/main" noGrp="1"/>
          </p:cNvSpPr>
          <p:nvPr/>
        </p:nvSpPr>
        <p:spPr>
          <a:xfrm xmlns:a="http://schemas.openxmlformats.org/drawingml/2006/main">
            <a:off x="5059680" y="1714500"/>
            <a:ext cx="2072640"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BB1F30E-BCD1-4ACC-B7A7-E495BA330A70}"/>
              </a:ext>
            </a:extLst>
          </p:cNvPr>
          <p:cNvSpPr>
            <a:spLocks xmlns:a="http://schemas.openxmlformats.org/drawingml/2006/main" noGrp="1"/>
          </p:cNvSpPr>
          <p:nvPr/>
        </p:nvSpPr>
        <p:spPr>
          <a:xfrm xmlns:a="http://schemas.openxmlformats.org/drawingml/2006/main">
            <a:off x="523113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2F9E63"/>
                </a:solidFill>
                <a:latin typeface="Yu Gothic UI"/>
                <a:ea typeface="Yu Gothic UI"/>
                <a:cs typeface="Yu Gothic UI"/>
              </a:defRPr>
            </a:pPr>
            <a:r>
              <a:rPr sz="1650" b="1">
                <a:solidFill>
                  <a:srgbClr val="2F9E63"/>
                </a:solidFill>
                <a:latin typeface="Yu Gothic UI"/>
                <a:ea typeface="Yu Gothic UI"/>
                <a:cs typeface="Yu Gothic UI"/>
              </a:rPr>
              <a:t>Claude Cowork</a:t>
            </a:r>
          </a:p>
        </p:txBody>
      </p:sp>
      <p:sp>
        <p:nvSpPr>
          <p:cNvPr id="27" name="">
            <a:extLst xmlns:a="http://schemas.openxmlformats.org/drawingml/2006/main">
              <a:ext uri="{FF2B5EF4-FFF2-40B4-BE49-F238E27FC236}">
                <a16:creationId xmlns:a16="http://schemas.microsoft.com/office/drawing/2014/main" id="{DF20A8A6-E715-45CA-82A1-C8F5CD77241B}"/>
              </a:ext>
            </a:extLst>
          </p:cNvPr>
          <p:cNvSpPr>
            <a:spLocks xmlns:a="http://schemas.openxmlformats.org/drawingml/2006/main" noGrp="1"/>
          </p:cNvSpPr>
          <p:nvPr/>
        </p:nvSpPr>
        <p:spPr>
          <a:xfrm xmlns:a="http://schemas.openxmlformats.org/drawingml/2006/main">
            <a:off x="523113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28" name="">
            <a:extLst xmlns:a="http://schemas.openxmlformats.org/drawingml/2006/main">
              <a:ext uri="{FF2B5EF4-FFF2-40B4-BE49-F238E27FC236}">
                <a16:creationId xmlns:a16="http://schemas.microsoft.com/office/drawing/2014/main" id="{A2A88CF6-FD0B-4D79-B489-AEB4897C2C63}"/>
              </a:ext>
            </a:extLst>
          </p:cNvPr>
          <p:cNvSpPr>
            <a:spLocks xmlns:a="http://schemas.openxmlformats.org/drawingml/2006/main" noGrp="1"/>
          </p:cNvSpPr>
          <p:nvPr/>
        </p:nvSpPr>
        <p:spPr>
          <a:xfrm xmlns:a="http://schemas.openxmlformats.org/drawingml/2006/main">
            <a:off x="523113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ナレッジワーク</a:t>
            </a:r>
          </a:p>
        </p:txBody>
      </p:sp>
      <p:sp>
        <p:nvSpPr>
          <p:cNvPr id="29" name="">
            <a:extLst xmlns:a="http://schemas.openxmlformats.org/drawingml/2006/main">
              <a:ext uri="{FF2B5EF4-FFF2-40B4-BE49-F238E27FC236}">
                <a16:creationId xmlns:a16="http://schemas.microsoft.com/office/drawing/2014/main" id="{A58A153E-B722-4A0E-AEB2-AFDFE666CDE5}"/>
              </a:ext>
            </a:extLst>
          </p:cNvPr>
          <p:cNvSpPr>
            <a:spLocks xmlns:a="http://schemas.openxmlformats.org/drawingml/2006/main" noGrp="1"/>
          </p:cNvSpPr>
          <p:nvPr/>
        </p:nvSpPr>
        <p:spPr>
          <a:xfrm xmlns:a="http://schemas.openxmlformats.org/drawingml/2006/main">
            <a:off x="523113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0" name="">
            <a:extLst xmlns:a="http://schemas.openxmlformats.org/drawingml/2006/main">
              <a:ext uri="{FF2B5EF4-FFF2-40B4-BE49-F238E27FC236}">
                <a16:creationId xmlns:a16="http://schemas.microsoft.com/office/drawing/2014/main" id="{8821D846-9485-419F-9E00-6DCC97D13B39}"/>
              </a:ext>
            </a:extLst>
          </p:cNvPr>
          <p:cNvSpPr>
            <a:spLocks xmlns:a="http://schemas.openxmlformats.org/drawingml/2006/main" noGrp="1"/>
          </p:cNvSpPr>
          <p:nvPr/>
        </p:nvSpPr>
        <p:spPr>
          <a:xfrm xmlns:a="http://schemas.openxmlformats.org/drawingml/2006/main">
            <a:off x="523113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desktop / web・mobile beta</a:t>
            </a:r>
          </a:p>
        </p:txBody>
      </p:sp>
      <p:sp>
        <p:nvSpPr>
          <p:cNvPr id="31" name="">
            <a:extLst xmlns:a="http://schemas.openxmlformats.org/drawingml/2006/main">
              <a:ext uri="{FF2B5EF4-FFF2-40B4-BE49-F238E27FC236}">
                <a16:creationId xmlns:a16="http://schemas.microsoft.com/office/drawing/2014/main" id="{524C0751-0C2C-43DB-862F-4FF1CEB05829}"/>
              </a:ext>
            </a:extLst>
          </p:cNvPr>
          <p:cNvSpPr>
            <a:spLocks xmlns:a="http://schemas.openxmlformats.org/drawingml/2006/main" noGrp="1"/>
          </p:cNvSpPr>
          <p:nvPr/>
        </p:nvSpPr>
        <p:spPr>
          <a:xfrm xmlns:a="http://schemas.openxmlformats.org/drawingml/2006/main">
            <a:off x="726567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32" name="">
            <a:extLst xmlns:a="http://schemas.openxmlformats.org/drawingml/2006/main">
              <a:ext uri="{FF2B5EF4-FFF2-40B4-BE49-F238E27FC236}">
                <a16:creationId xmlns:a16="http://schemas.microsoft.com/office/drawing/2014/main" id="{C14BB0E0-0548-4D1D-B44B-82721B09EF12}"/>
              </a:ext>
            </a:extLst>
          </p:cNvPr>
          <p:cNvSpPr>
            <a:spLocks xmlns:a="http://schemas.openxmlformats.org/drawingml/2006/main" noGrp="1"/>
          </p:cNvSpPr>
          <p:nvPr/>
        </p:nvSpPr>
        <p:spPr>
          <a:xfrm xmlns:a="http://schemas.openxmlformats.org/drawingml/2006/main">
            <a:off x="7265670" y="1714500"/>
            <a:ext cx="2072640"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89C9028-78DF-4C30-83B6-9502F3B3B79E}"/>
              </a:ext>
            </a:extLst>
          </p:cNvPr>
          <p:cNvSpPr>
            <a:spLocks xmlns:a="http://schemas.openxmlformats.org/drawingml/2006/main" noGrp="1"/>
          </p:cNvSpPr>
          <p:nvPr/>
        </p:nvSpPr>
        <p:spPr>
          <a:xfrm xmlns:a="http://schemas.openxmlformats.org/drawingml/2006/main">
            <a:off x="743712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7B61A8"/>
                </a:solidFill>
                <a:latin typeface="Yu Gothic UI"/>
                <a:ea typeface="Yu Gothic UI"/>
                <a:cs typeface="Yu Gothic UI"/>
              </a:defRPr>
            </a:pPr>
            <a:r>
              <a:rPr sz="1650" b="1">
                <a:solidFill>
                  <a:srgbClr val="7B61A8"/>
                </a:solidFill>
                <a:latin typeface="Yu Gothic UI"/>
                <a:ea typeface="Yu Gothic UI"/>
                <a:cs typeface="Yu Gothic UI"/>
              </a:rPr>
              <a:t>Kiro</a:t>
            </a:r>
          </a:p>
        </p:txBody>
      </p:sp>
      <p:sp>
        <p:nvSpPr>
          <p:cNvPr id="34" name="">
            <a:extLst xmlns:a="http://schemas.openxmlformats.org/drawingml/2006/main">
              <a:ext uri="{FF2B5EF4-FFF2-40B4-BE49-F238E27FC236}">
                <a16:creationId xmlns:a16="http://schemas.microsoft.com/office/drawing/2014/main" id="{F6B5F47A-7B63-4F5E-AB0B-BA6CFDD32EB1}"/>
              </a:ext>
            </a:extLst>
          </p:cNvPr>
          <p:cNvSpPr>
            <a:spLocks xmlns:a="http://schemas.openxmlformats.org/drawingml/2006/main" noGrp="1"/>
          </p:cNvSpPr>
          <p:nvPr/>
        </p:nvSpPr>
        <p:spPr>
          <a:xfrm xmlns:a="http://schemas.openxmlformats.org/drawingml/2006/main">
            <a:off x="743712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35" name="">
            <a:extLst xmlns:a="http://schemas.openxmlformats.org/drawingml/2006/main">
              <a:ext uri="{FF2B5EF4-FFF2-40B4-BE49-F238E27FC236}">
                <a16:creationId xmlns:a16="http://schemas.microsoft.com/office/drawing/2014/main" id="{05E52C6F-E1C4-4508-821D-394EFDE3349C}"/>
              </a:ext>
            </a:extLst>
          </p:cNvPr>
          <p:cNvSpPr>
            <a:spLocks xmlns:a="http://schemas.openxmlformats.org/drawingml/2006/main" noGrp="1"/>
          </p:cNvSpPr>
          <p:nvPr/>
        </p:nvSpPr>
        <p:spPr>
          <a:xfrm xmlns:a="http://schemas.openxmlformats.org/drawingml/2006/main">
            <a:off x="743712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仕様駆動開発</a:t>
            </a:r>
          </a:p>
        </p:txBody>
      </p:sp>
      <p:sp>
        <p:nvSpPr>
          <p:cNvPr id="36" name="">
            <a:extLst xmlns:a="http://schemas.openxmlformats.org/drawingml/2006/main">
              <a:ext uri="{FF2B5EF4-FFF2-40B4-BE49-F238E27FC236}">
                <a16:creationId xmlns:a16="http://schemas.microsoft.com/office/drawing/2014/main" id="{CF3E71FF-1F1E-4ED8-9202-E12CC383E8C6}"/>
              </a:ext>
            </a:extLst>
          </p:cNvPr>
          <p:cNvSpPr>
            <a:spLocks xmlns:a="http://schemas.openxmlformats.org/drawingml/2006/main" noGrp="1"/>
          </p:cNvSpPr>
          <p:nvPr/>
        </p:nvSpPr>
        <p:spPr>
          <a:xfrm xmlns:a="http://schemas.openxmlformats.org/drawingml/2006/main">
            <a:off x="743712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37" name="">
            <a:extLst xmlns:a="http://schemas.openxmlformats.org/drawingml/2006/main">
              <a:ext uri="{FF2B5EF4-FFF2-40B4-BE49-F238E27FC236}">
                <a16:creationId xmlns:a16="http://schemas.microsoft.com/office/drawing/2014/main" id="{72980256-0301-4422-B8E3-79F25564DF39}"/>
              </a:ext>
            </a:extLst>
          </p:cNvPr>
          <p:cNvSpPr>
            <a:spLocks xmlns:a="http://schemas.openxmlformats.org/drawingml/2006/main" noGrp="1"/>
          </p:cNvSpPr>
          <p:nvPr/>
        </p:nvSpPr>
        <p:spPr>
          <a:xfrm xmlns:a="http://schemas.openxmlformats.org/drawingml/2006/main">
            <a:off x="743712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web preview</a:t>
            </a:r>
          </a:p>
        </p:txBody>
      </p:sp>
      <p:sp>
        <p:nvSpPr>
          <p:cNvPr id="38" name="">
            <a:extLst xmlns:a="http://schemas.openxmlformats.org/drawingml/2006/main">
              <a:ext uri="{FF2B5EF4-FFF2-40B4-BE49-F238E27FC236}">
                <a16:creationId xmlns:a16="http://schemas.microsoft.com/office/drawing/2014/main" id="{79E810D2-BD95-4EAD-BD59-EB2B88681292}"/>
              </a:ext>
            </a:extLst>
          </p:cNvPr>
          <p:cNvSpPr>
            <a:spLocks xmlns:a="http://schemas.openxmlformats.org/drawingml/2006/main" noGrp="1"/>
          </p:cNvSpPr>
          <p:nvPr/>
        </p:nvSpPr>
        <p:spPr>
          <a:xfrm xmlns:a="http://schemas.openxmlformats.org/drawingml/2006/main">
            <a:off x="9471660" y="1714500"/>
            <a:ext cx="2072640" cy="3714750"/>
          </a:xfrm>
          <a:prstGeom xmlns:a="http://schemas.openxmlformats.org/drawingml/2006/main" prst="roundRect">
            <a:avLst>
              <a:gd name="adj" fmla="val 3676"/>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939965D8-A0A5-485C-B2C1-1EE0AED2A2D5}"/>
              </a:ext>
            </a:extLst>
          </p:cNvPr>
          <p:cNvSpPr>
            <a:spLocks xmlns:a="http://schemas.openxmlformats.org/drawingml/2006/main" noGrp="1"/>
          </p:cNvSpPr>
          <p:nvPr/>
        </p:nvSpPr>
        <p:spPr>
          <a:xfrm xmlns:a="http://schemas.openxmlformats.org/drawingml/2006/main">
            <a:off x="9471660" y="1714500"/>
            <a:ext cx="2072640" cy="57150"/>
          </a:xfrm>
          <a:prstGeom xmlns:a="http://schemas.openxmlformats.org/drawingml/2006/main" prst="rect">
            <a:avLst/>
          </a:prstGeom>
          <a:solidFill xmlns:a="http://schemas.openxmlformats.org/drawingml/2006/main">
            <a:srgbClr val="D9485F"/>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45267B60-05FF-4B1A-935A-73742F28958C}"/>
              </a:ext>
            </a:extLst>
          </p:cNvPr>
          <p:cNvSpPr>
            <a:spLocks xmlns:a="http://schemas.openxmlformats.org/drawingml/2006/main" noGrp="1"/>
          </p:cNvSpPr>
          <p:nvPr/>
        </p:nvSpPr>
        <p:spPr>
          <a:xfrm xmlns:a="http://schemas.openxmlformats.org/drawingml/2006/main">
            <a:off x="9643110" y="2019300"/>
            <a:ext cx="172974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650" b="1">
                <a:solidFill>
                  <a:srgbClr val="D9485F"/>
                </a:solidFill>
                <a:latin typeface="Yu Gothic UI"/>
                <a:ea typeface="Yu Gothic UI"/>
                <a:cs typeface="Yu Gothic UI"/>
              </a:defRPr>
            </a:pPr>
            <a:r>
              <a:rPr sz="1650" b="1">
                <a:solidFill>
                  <a:srgbClr val="D9485F"/>
                </a:solidFill>
                <a:latin typeface="Yu Gothic UI"/>
                <a:ea typeface="Yu Gothic UI"/>
                <a:cs typeface="Yu Gothic UI"/>
              </a:rPr>
              <a:t>Antigravity</a:t>
            </a:r>
          </a:p>
        </p:txBody>
      </p:sp>
      <p:sp>
        <p:nvSpPr>
          <p:cNvPr id="41" name="">
            <a:extLst xmlns:a="http://schemas.openxmlformats.org/drawingml/2006/main">
              <a:ext uri="{FF2B5EF4-FFF2-40B4-BE49-F238E27FC236}">
                <a16:creationId xmlns:a16="http://schemas.microsoft.com/office/drawing/2014/main" id="{637C8FD4-14E1-411B-ADED-E509009332B7}"/>
              </a:ext>
            </a:extLst>
          </p:cNvPr>
          <p:cNvSpPr>
            <a:spLocks xmlns:a="http://schemas.openxmlformats.org/drawingml/2006/main" noGrp="1"/>
          </p:cNvSpPr>
          <p:nvPr/>
        </p:nvSpPr>
        <p:spPr>
          <a:xfrm xmlns:a="http://schemas.openxmlformats.org/drawingml/2006/main">
            <a:off x="9643110" y="272415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主戦場</a:t>
            </a:r>
          </a:p>
        </p:txBody>
      </p:sp>
      <p:sp>
        <p:nvSpPr>
          <p:cNvPr id="42" name="">
            <a:extLst xmlns:a="http://schemas.openxmlformats.org/drawingml/2006/main">
              <a:ext uri="{FF2B5EF4-FFF2-40B4-BE49-F238E27FC236}">
                <a16:creationId xmlns:a16="http://schemas.microsoft.com/office/drawing/2014/main" id="{617DB54F-951F-42A3-A833-49014E8F9BFD}"/>
              </a:ext>
            </a:extLst>
          </p:cNvPr>
          <p:cNvSpPr>
            <a:spLocks xmlns:a="http://schemas.openxmlformats.org/drawingml/2006/main" noGrp="1"/>
          </p:cNvSpPr>
          <p:nvPr/>
        </p:nvSpPr>
        <p:spPr>
          <a:xfrm xmlns:a="http://schemas.openxmlformats.org/drawingml/2006/main">
            <a:off x="9643110" y="3009900"/>
            <a:ext cx="172974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計画 + 実装 + Browser</a:t>
            </a:r>
          </a:p>
        </p:txBody>
      </p:sp>
      <p:sp>
        <p:nvSpPr>
          <p:cNvPr id="43" name="">
            <a:extLst xmlns:a="http://schemas.openxmlformats.org/drawingml/2006/main">
              <a:ext uri="{FF2B5EF4-FFF2-40B4-BE49-F238E27FC236}">
                <a16:creationId xmlns:a16="http://schemas.microsoft.com/office/drawing/2014/main" id="{6187E43E-0293-40E6-99EE-0B2CD14E4281}"/>
              </a:ext>
            </a:extLst>
          </p:cNvPr>
          <p:cNvSpPr>
            <a:spLocks xmlns:a="http://schemas.openxmlformats.org/drawingml/2006/main" noGrp="1"/>
          </p:cNvSpPr>
          <p:nvPr/>
        </p:nvSpPr>
        <p:spPr>
          <a:xfrm xmlns:a="http://schemas.openxmlformats.org/drawingml/2006/main">
            <a:off x="9643110" y="4038600"/>
            <a:ext cx="172974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b="1">
                <a:solidFill>
                  <a:srgbClr val="536978"/>
                </a:solidFill>
                <a:latin typeface="Yu Gothic UI"/>
                <a:ea typeface="Yu Gothic UI"/>
                <a:cs typeface="Yu Gothic UI"/>
              </a:defRPr>
            </a:pPr>
            <a:r>
              <a:rPr sz="900" b="1">
                <a:solidFill>
                  <a:srgbClr val="536978"/>
                </a:solidFill>
                <a:latin typeface="Yu Gothic UI"/>
                <a:ea typeface="Yu Gothic UI"/>
                <a:cs typeface="Yu Gothic UI"/>
              </a:rPr>
              <a:t>操作面</a:t>
            </a:r>
          </a:p>
        </p:txBody>
      </p:sp>
      <p:sp>
        <p:nvSpPr>
          <p:cNvPr id="44" name="">
            <a:extLst xmlns:a="http://schemas.openxmlformats.org/drawingml/2006/main">
              <a:ext uri="{FF2B5EF4-FFF2-40B4-BE49-F238E27FC236}">
                <a16:creationId xmlns:a16="http://schemas.microsoft.com/office/drawing/2014/main" id="{30B05B03-C183-4462-90AA-2B82D8148185}"/>
              </a:ext>
            </a:extLst>
          </p:cNvPr>
          <p:cNvSpPr>
            <a:spLocks xmlns:a="http://schemas.openxmlformats.org/drawingml/2006/main" noGrp="1"/>
          </p:cNvSpPr>
          <p:nvPr/>
        </p:nvSpPr>
        <p:spPr>
          <a:xfrm xmlns:a="http://schemas.openxmlformats.org/drawingml/2006/main">
            <a:off x="9643110" y="4324350"/>
            <a:ext cx="172974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a:solidFill>
                  <a:srgbClr val="536978"/>
                </a:solidFill>
                <a:latin typeface="Yu Gothic UI"/>
                <a:ea typeface="Yu Gothic UI"/>
                <a:cs typeface="Yu Gothic UI"/>
              </a:defRPr>
            </a:pPr>
            <a:r>
              <a:rPr sz="1050">
                <a:solidFill>
                  <a:srgbClr val="536978"/>
                </a:solidFill>
                <a:latin typeface="Yu Gothic UI"/>
                <a:ea typeface="Yu Gothic UI"/>
                <a:cs typeface="Yu Gothic UI"/>
              </a:rPr>
              <a:t>IDE / CLI / SDK</a:t>
            </a:r>
          </a:p>
        </p:txBody>
      </p:sp>
    </p:spTree>
    <p:extLst>
      <p:ext uri="{BB962C8B-B14F-4D97-AF65-F5344CB8AC3E}">
        <p14:creationId xmlns:p14="http://schemas.microsoft.com/office/powerpoint/2010/main" val="101826840"/>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01  |  WORK</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何を頼みたいかで、最初に触る製品を選びます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04 / 26</a:t>
            </a:r>
          </a:p>
        </p:txBody>
      </p:sp>
      <p:sp>
        <p:nvSpPr>
          <p:cNvPr id="10" name="">
            <a:extLst xmlns:a="http://schemas.openxmlformats.org/drawingml/2006/main">
              <a:ext uri="{FF2B5EF4-FFF2-40B4-BE49-F238E27FC236}">
                <a16:creationId xmlns:a16="http://schemas.microsoft.com/office/drawing/2014/main" id="{1BA24A27-10D0-455D-BE3E-D8776935A922}"/>
              </a:ext>
            </a:extLst>
          </p:cNvPr>
          <p:cNvSpPr>
            <a:spLocks xmlns:a="http://schemas.openxmlformats.org/drawingml/2006/main" noGrp="1"/>
          </p:cNvSpPr>
          <p:nvPr/>
        </p:nvSpPr>
        <p:spPr>
          <a:xfrm xmlns:a="http://schemas.openxmlformats.org/drawingml/2006/main">
            <a:off x="647700" y="1562100"/>
            <a:ext cx="1619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3F784D3-A91D-4D72-9242-1B9B129638AF}"/>
              </a:ext>
            </a:extLst>
          </p:cNvPr>
          <p:cNvSpPr>
            <a:spLocks xmlns:a="http://schemas.openxmlformats.org/drawingml/2006/main" noGrp="1"/>
          </p:cNvSpPr>
          <p:nvPr/>
        </p:nvSpPr>
        <p:spPr>
          <a:xfrm xmlns:a="http://schemas.openxmlformats.org/drawingml/2006/main">
            <a:off x="762000" y="1657350"/>
            <a:ext cx="1390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2" name="">
            <a:extLst xmlns:a="http://schemas.openxmlformats.org/drawingml/2006/main">
              <a:ext uri="{FF2B5EF4-FFF2-40B4-BE49-F238E27FC236}">
                <a16:creationId xmlns:a16="http://schemas.microsoft.com/office/drawing/2014/main" id="{96ED8218-A132-43A3-BFA9-47FA781FCDA5}"/>
              </a:ext>
            </a:extLst>
          </p:cNvPr>
          <p:cNvSpPr>
            <a:spLocks xmlns:a="http://schemas.openxmlformats.org/drawingml/2006/main" noGrp="1"/>
          </p:cNvSpPr>
          <p:nvPr/>
        </p:nvSpPr>
        <p:spPr>
          <a:xfrm xmlns:a="http://schemas.openxmlformats.org/drawingml/2006/main">
            <a:off x="2266950" y="1562100"/>
            <a:ext cx="3143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ADF99A-B68B-4AFF-AA47-8682D42EFA26}"/>
              </a:ext>
            </a:extLst>
          </p:cNvPr>
          <p:cNvSpPr>
            <a:spLocks xmlns:a="http://schemas.openxmlformats.org/drawingml/2006/main" noGrp="1"/>
          </p:cNvSpPr>
          <p:nvPr/>
        </p:nvSpPr>
        <p:spPr>
          <a:xfrm xmlns:a="http://schemas.openxmlformats.org/drawingml/2006/main">
            <a:off x="2381250" y="165735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向いている仕事</a:t>
            </a:r>
          </a:p>
        </p:txBody>
      </p:sp>
      <p:sp>
        <p:nvSpPr>
          <p:cNvPr id="14" name="">
            <a:extLst xmlns:a="http://schemas.openxmlformats.org/drawingml/2006/main">
              <a:ext uri="{FF2B5EF4-FFF2-40B4-BE49-F238E27FC236}">
                <a16:creationId xmlns:a16="http://schemas.microsoft.com/office/drawing/2014/main" id="{8F387C51-8B7A-4DA8-9F86-D115E2D68AEB}"/>
              </a:ext>
            </a:extLst>
          </p:cNvPr>
          <p:cNvSpPr>
            <a:spLocks xmlns:a="http://schemas.openxmlformats.org/drawingml/2006/main" noGrp="1"/>
          </p:cNvSpPr>
          <p:nvPr/>
        </p:nvSpPr>
        <p:spPr>
          <a:xfrm xmlns:a="http://schemas.openxmlformats.org/drawingml/2006/main">
            <a:off x="5410200" y="1562100"/>
            <a:ext cx="2571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DC40C7C-24FC-487F-9E83-C9AFCA965E63}"/>
              </a:ext>
            </a:extLst>
          </p:cNvPr>
          <p:cNvSpPr>
            <a:spLocks xmlns:a="http://schemas.openxmlformats.org/drawingml/2006/main" noGrp="1"/>
          </p:cNvSpPr>
          <p:nvPr/>
        </p:nvSpPr>
        <p:spPr>
          <a:xfrm xmlns:a="http://schemas.openxmlformats.org/drawingml/2006/main">
            <a:off x="5524500" y="1657350"/>
            <a:ext cx="2343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主な実行面</a:t>
            </a:r>
          </a:p>
        </p:txBody>
      </p:sp>
      <p:sp>
        <p:nvSpPr>
          <p:cNvPr id="16" name="">
            <a:extLst xmlns:a="http://schemas.openxmlformats.org/drawingml/2006/main">
              <a:ext uri="{FF2B5EF4-FFF2-40B4-BE49-F238E27FC236}">
                <a16:creationId xmlns:a16="http://schemas.microsoft.com/office/drawing/2014/main" id="{11940DEC-BEF7-4277-9311-005741A09A39}"/>
              </a:ext>
            </a:extLst>
          </p:cNvPr>
          <p:cNvSpPr>
            <a:spLocks xmlns:a="http://schemas.openxmlformats.org/drawingml/2006/main" noGrp="1"/>
          </p:cNvSpPr>
          <p:nvPr/>
        </p:nvSpPr>
        <p:spPr>
          <a:xfrm xmlns:a="http://schemas.openxmlformats.org/drawingml/2006/main">
            <a:off x="7981950" y="1562100"/>
            <a:ext cx="35623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034460D-5EC6-4B16-9B21-1D665E660B08}"/>
              </a:ext>
            </a:extLst>
          </p:cNvPr>
          <p:cNvSpPr>
            <a:spLocks xmlns:a="http://schemas.openxmlformats.org/drawingml/2006/main" noGrp="1"/>
          </p:cNvSpPr>
          <p:nvPr/>
        </p:nvSpPr>
        <p:spPr>
          <a:xfrm xmlns:a="http://schemas.openxmlformats.org/drawingml/2006/main">
            <a:off x="8096250" y="1657350"/>
            <a:ext cx="3333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最初の一歩</a:t>
            </a:r>
          </a:p>
        </p:txBody>
      </p:sp>
      <p:sp>
        <p:nvSpPr>
          <p:cNvPr id="18" name="">
            <a:extLst xmlns:a="http://schemas.openxmlformats.org/drawingml/2006/main">
              <a:ext uri="{FF2B5EF4-FFF2-40B4-BE49-F238E27FC236}">
                <a16:creationId xmlns:a16="http://schemas.microsoft.com/office/drawing/2014/main" id="{EEAD9026-5E42-47AF-A6BC-E5CD0EFF49F9}"/>
              </a:ext>
            </a:extLst>
          </p:cNvPr>
          <p:cNvSpPr>
            <a:spLocks xmlns:a="http://schemas.openxmlformats.org/drawingml/2006/main" noGrp="1"/>
          </p:cNvSpPr>
          <p:nvPr/>
        </p:nvSpPr>
        <p:spPr>
          <a:xfrm xmlns:a="http://schemas.openxmlformats.org/drawingml/2006/main">
            <a:off x="647700" y="19812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19" name="">
            <a:extLst xmlns:a="http://schemas.openxmlformats.org/drawingml/2006/main">
              <a:ext uri="{FF2B5EF4-FFF2-40B4-BE49-F238E27FC236}">
                <a16:creationId xmlns:a16="http://schemas.microsoft.com/office/drawing/2014/main" id="{DA875DD4-6855-4AEB-A360-F812D4D96BAA}"/>
              </a:ext>
            </a:extLst>
          </p:cNvPr>
          <p:cNvSpPr>
            <a:spLocks xmlns:a="http://schemas.openxmlformats.org/drawingml/2006/main" noGrp="1"/>
          </p:cNvSpPr>
          <p:nvPr/>
        </p:nvSpPr>
        <p:spPr>
          <a:xfrm xmlns:a="http://schemas.openxmlformats.org/drawingml/2006/main">
            <a:off x="742950" y="20955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0" name="">
            <a:extLst xmlns:a="http://schemas.openxmlformats.org/drawingml/2006/main">
              <a:ext uri="{FF2B5EF4-FFF2-40B4-BE49-F238E27FC236}">
                <a16:creationId xmlns:a16="http://schemas.microsoft.com/office/drawing/2014/main" id="{FA382621-181B-40F8-955E-86A3D33565F1}"/>
              </a:ext>
            </a:extLst>
          </p:cNvPr>
          <p:cNvSpPr>
            <a:spLocks xmlns:a="http://schemas.openxmlformats.org/drawingml/2006/main" noGrp="1"/>
          </p:cNvSpPr>
          <p:nvPr/>
        </p:nvSpPr>
        <p:spPr>
          <a:xfrm xmlns:a="http://schemas.openxmlformats.org/drawingml/2006/main">
            <a:off x="2266950" y="19812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E8264C30-4767-469D-BA1E-A4E1E07952B4}"/>
              </a:ext>
            </a:extLst>
          </p:cNvPr>
          <p:cNvSpPr>
            <a:spLocks xmlns:a="http://schemas.openxmlformats.org/drawingml/2006/main" noGrp="1"/>
          </p:cNvSpPr>
          <p:nvPr/>
        </p:nvSpPr>
        <p:spPr>
          <a:xfrm xmlns:a="http://schemas.openxmlformats.org/drawingml/2006/main">
            <a:off x="2362200" y="20955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理解・実装・修正・テスト・レビュー</a:t>
            </a:r>
          </a:p>
        </p:txBody>
      </p:sp>
      <p:sp>
        <p:nvSpPr>
          <p:cNvPr id="22" name="">
            <a:extLst xmlns:a="http://schemas.openxmlformats.org/drawingml/2006/main">
              <a:ext uri="{FF2B5EF4-FFF2-40B4-BE49-F238E27FC236}">
                <a16:creationId xmlns:a16="http://schemas.microsoft.com/office/drawing/2014/main" id="{621CDCDC-9101-4E6D-B713-E383CA25944E}"/>
              </a:ext>
            </a:extLst>
          </p:cNvPr>
          <p:cNvSpPr>
            <a:spLocks xmlns:a="http://schemas.openxmlformats.org/drawingml/2006/main" noGrp="1"/>
          </p:cNvSpPr>
          <p:nvPr/>
        </p:nvSpPr>
        <p:spPr>
          <a:xfrm xmlns:a="http://schemas.openxmlformats.org/drawingml/2006/main">
            <a:off x="5410200" y="19812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4B15116D-651C-4B09-9E4F-E187EB8DB8DF}"/>
              </a:ext>
            </a:extLst>
          </p:cNvPr>
          <p:cNvSpPr>
            <a:spLocks xmlns:a="http://schemas.openxmlformats.org/drawingml/2006/main" noGrp="1"/>
          </p:cNvSpPr>
          <p:nvPr/>
        </p:nvSpPr>
        <p:spPr>
          <a:xfrm xmlns:a="http://schemas.openxmlformats.org/drawingml/2006/main">
            <a:off x="5505450" y="20955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CLI / IDE / cloud</a:t>
            </a:r>
          </a:p>
        </p:txBody>
      </p:sp>
      <p:sp>
        <p:nvSpPr>
          <p:cNvPr id="24" name="">
            <a:extLst xmlns:a="http://schemas.openxmlformats.org/drawingml/2006/main">
              <a:ext uri="{FF2B5EF4-FFF2-40B4-BE49-F238E27FC236}">
                <a16:creationId xmlns:a16="http://schemas.microsoft.com/office/drawing/2014/main" id="{4E704F85-5AE8-4BA6-A4DD-5067939216FC}"/>
              </a:ext>
            </a:extLst>
          </p:cNvPr>
          <p:cNvSpPr>
            <a:spLocks xmlns:a="http://schemas.openxmlformats.org/drawingml/2006/main" noGrp="1"/>
          </p:cNvSpPr>
          <p:nvPr/>
        </p:nvSpPr>
        <p:spPr>
          <a:xfrm xmlns:a="http://schemas.openxmlformats.org/drawingml/2006/main">
            <a:off x="7981950" y="19812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C06C16F4-5185-4110-BEDA-881390913349}"/>
              </a:ext>
            </a:extLst>
          </p:cNvPr>
          <p:cNvSpPr>
            <a:spLocks xmlns:a="http://schemas.openxmlformats.org/drawingml/2006/main" noGrp="1"/>
          </p:cNvSpPr>
          <p:nvPr/>
        </p:nvSpPr>
        <p:spPr>
          <a:xfrm xmlns:a="http://schemas.openxmlformats.org/drawingml/2006/main">
            <a:off x="8077200" y="20955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小さな不具合を調査し、修正とテストまで</a:t>
            </a:r>
          </a:p>
        </p:txBody>
      </p:sp>
      <p:sp>
        <p:nvSpPr>
          <p:cNvPr id="26" name="">
            <a:extLst xmlns:a="http://schemas.openxmlformats.org/drawingml/2006/main">
              <a:ext uri="{FF2B5EF4-FFF2-40B4-BE49-F238E27FC236}">
                <a16:creationId xmlns:a16="http://schemas.microsoft.com/office/drawing/2014/main" id="{F6CE0D59-2C69-4179-9424-AE3CB1E3560B}"/>
              </a:ext>
            </a:extLst>
          </p:cNvPr>
          <p:cNvSpPr>
            <a:spLocks xmlns:a="http://schemas.openxmlformats.org/drawingml/2006/main" noGrp="1"/>
          </p:cNvSpPr>
          <p:nvPr/>
        </p:nvSpPr>
        <p:spPr>
          <a:xfrm xmlns:a="http://schemas.openxmlformats.org/drawingml/2006/main">
            <a:off x="647700" y="27241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FA240389-2092-474A-B4A7-0B1E2C429050}"/>
              </a:ext>
            </a:extLst>
          </p:cNvPr>
          <p:cNvSpPr>
            <a:spLocks xmlns:a="http://schemas.openxmlformats.org/drawingml/2006/main" noGrp="1"/>
          </p:cNvSpPr>
          <p:nvPr/>
        </p:nvSpPr>
        <p:spPr>
          <a:xfrm xmlns:a="http://schemas.openxmlformats.org/drawingml/2006/main">
            <a:off x="742950" y="28384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28" name="">
            <a:extLst xmlns:a="http://schemas.openxmlformats.org/drawingml/2006/main">
              <a:ext uri="{FF2B5EF4-FFF2-40B4-BE49-F238E27FC236}">
                <a16:creationId xmlns:a16="http://schemas.microsoft.com/office/drawing/2014/main" id="{48CEAE9A-2452-42A9-985F-B3A74B420F4D}"/>
              </a:ext>
            </a:extLst>
          </p:cNvPr>
          <p:cNvSpPr>
            <a:spLocks xmlns:a="http://schemas.openxmlformats.org/drawingml/2006/main" noGrp="1"/>
          </p:cNvSpPr>
          <p:nvPr/>
        </p:nvSpPr>
        <p:spPr>
          <a:xfrm xmlns:a="http://schemas.openxmlformats.org/drawingml/2006/main">
            <a:off x="2266950" y="27241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8E1C4EFD-F029-47AF-A519-B7979B9B6576}"/>
              </a:ext>
            </a:extLst>
          </p:cNvPr>
          <p:cNvSpPr>
            <a:spLocks xmlns:a="http://schemas.openxmlformats.org/drawingml/2006/main" noGrp="1"/>
          </p:cNvSpPr>
          <p:nvPr/>
        </p:nvSpPr>
        <p:spPr>
          <a:xfrm xmlns:a="http://schemas.openxmlformats.org/drawingml/2006/main">
            <a:off x="2362200" y="28384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複数ファイル開発・Git・反復自動化</a:t>
            </a:r>
          </a:p>
        </p:txBody>
      </p:sp>
      <p:sp>
        <p:nvSpPr>
          <p:cNvPr id="30" name="">
            <a:extLst xmlns:a="http://schemas.openxmlformats.org/drawingml/2006/main">
              <a:ext uri="{FF2B5EF4-FFF2-40B4-BE49-F238E27FC236}">
                <a16:creationId xmlns:a16="http://schemas.microsoft.com/office/drawing/2014/main" id="{F29BAA5F-998B-4FC5-9FC1-C2D007E52E62}"/>
              </a:ext>
            </a:extLst>
          </p:cNvPr>
          <p:cNvSpPr>
            <a:spLocks xmlns:a="http://schemas.openxmlformats.org/drawingml/2006/main" noGrp="1"/>
          </p:cNvSpPr>
          <p:nvPr/>
        </p:nvSpPr>
        <p:spPr>
          <a:xfrm xmlns:a="http://schemas.openxmlformats.org/drawingml/2006/main">
            <a:off x="5410200" y="27241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0EDFDEFC-925D-4785-8023-5228A1C9129A}"/>
              </a:ext>
            </a:extLst>
          </p:cNvPr>
          <p:cNvSpPr>
            <a:spLocks xmlns:a="http://schemas.openxmlformats.org/drawingml/2006/main" noGrp="1"/>
          </p:cNvSpPr>
          <p:nvPr/>
        </p:nvSpPr>
        <p:spPr>
          <a:xfrm xmlns:a="http://schemas.openxmlformats.org/drawingml/2006/main">
            <a:off x="5505450" y="28384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terminal / IDE / desktop / web</a:t>
            </a:r>
          </a:p>
        </p:txBody>
      </p:sp>
      <p:sp>
        <p:nvSpPr>
          <p:cNvPr id="32" name="">
            <a:extLst xmlns:a="http://schemas.openxmlformats.org/drawingml/2006/main">
              <a:ext uri="{FF2B5EF4-FFF2-40B4-BE49-F238E27FC236}">
                <a16:creationId xmlns:a16="http://schemas.microsoft.com/office/drawing/2014/main" id="{5B346ECB-1704-4DF4-B185-329DEAA339CA}"/>
              </a:ext>
            </a:extLst>
          </p:cNvPr>
          <p:cNvSpPr>
            <a:spLocks xmlns:a="http://schemas.openxmlformats.org/drawingml/2006/main" noGrp="1"/>
          </p:cNvSpPr>
          <p:nvPr/>
        </p:nvSpPr>
        <p:spPr>
          <a:xfrm xmlns:a="http://schemas.openxmlformats.org/drawingml/2006/main">
            <a:off x="7981950" y="27241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7839FC59-27EE-4B10-89BB-D90E8CA3C6AB}"/>
              </a:ext>
            </a:extLst>
          </p:cNvPr>
          <p:cNvSpPr>
            <a:spLocks xmlns:a="http://schemas.openxmlformats.org/drawingml/2006/main" noGrp="1"/>
          </p:cNvSpPr>
          <p:nvPr/>
        </p:nvSpPr>
        <p:spPr>
          <a:xfrm xmlns:a="http://schemas.openxmlformats.org/drawingml/2006/main">
            <a:off x="8077200" y="28384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未テスト機能へテストを追加して修正</a:t>
            </a:r>
          </a:p>
        </p:txBody>
      </p:sp>
      <p:sp>
        <p:nvSpPr>
          <p:cNvPr id="34" name="">
            <a:extLst xmlns:a="http://schemas.openxmlformats.org/drawingml/2006/main">
              <a:ext uri="{FF2B5EF4-FFF2-40B4-BE49-F238E27FC236}">
                <a16:creationId xmlns:a16="http://schemas.microsoft.com/office/drawing/2014/main" id="{14387CD3-6A1D-4643-9D4B-972B46118BD3}"/>
              </a:ext>
            </a:extLst>
          </p:cNvPr>
          <p:cNvSpPr>
            <a:spLocks xmlns:a="http://schemas.openxmlformats.org/drawingml/2006/main" noGrp="1"/>
          </p:cNvSpPr>
          <p:nvPr/>
        </p:nvSpPr>
        <p:spPr>
          <a:xfrm xmlns:a="http://schemas.openxmlformats.org/drawingml/2006/main">
            <a:off x="647700" y="34671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5FC64A4D-B316-4169-B739-EA35A2253A8A}"/>
              </a:ext>
            </a:extLst>
          </p:cNvPr>
          <p:cNvSpPr>
            <a:spLocks xmlns:a="http://schemas.openxmlformats.org/drawingml/2006/main" noGrp="1"/>
          </p:cNvSpPr>
          <p:nvPr/>
        </p:nvSpPr>
        <p:spPr>
          <a:xfrm xmlns:a="http://schemas.openxmlformats.org/drawingml/2006/main">
            <a:off x="742950" y="35814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36" name="">
            <a:extLst xmlns:a="http://schemas.openxmlformats.org/drawingml/2006/main">
              <a:ext uri="{FF2B5EF4-FFF2-40B4-BE49-F238E27FC236}">
                <a16:creationId xmlns:a16="http://schemas.microsoft.com/office/drawing/2014/main" id="{9A5F60CE-4710-4AA6-BAC5-8AA7D23A16C4}"/>
              </a:ext>
            </a:extLst>
          </p:cNvPr>
          <p:cNvSpPr>
            <a:spLocks xmlns:a="http://schemas.openxmlformats.org/drawingml/2006/main" noGrp="1"/>
          </p:cNvSpPr>
          <p:nvPr/>
        </p:nvSpPr>
        <p:spPr>
          <a:xfrm xmlns:a="http://schemas.openxmlformats.org/drawingml/2006/main">
            <a:off x="2266950" y="34671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602A3D24-93DF-4352-B2AA-375C58FEAE4C}"/>
              </a:ext>
            </a:extLst>
          </p:cNvPr>
          <p:cNvSpPr>
            <a:spLocks xmlns:a="http://schemas.openxmlformats.org/drawingml/2006/main" noGrp="1"/>
          </p:cNvSpPr>
          <p:nvPr/>
        </p:nvSpPr>
        <p:spPr>
          <a:xfrm xmlns:a="http://schemas.openxmlformats.org/drawingml/2006/main">
            <a:off x="2362200" y="35814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調査・資料・表計算・ファイル整理</a:t>
            </a:r>
          </a:p>
        </p:txBody>
      </p:sp>
      <p:sp>
        <p:nvSpPr>
          <p:cNvPr id="38" name="">
            <a:extLst xmlns:a="http://schemas.openxmlformats.org/drawingml/2006/main">
              <a:ext uri="{FF2B5EF4-FFF2-40B4-BE49-F238E27FC236}">
                <a16:creationId xmlns:a16="http://schemas.microsoft.com/office/drawing/2014/main" id="{E648521D-BEC4-466E-B1D5-7302AC9CD089}"/>
              </a:ext>
            </a:extLst>
          </p:cNvPr>
          <p:cNvSpPr>
            <a:spLocks xmlns:a="http://schemas.openxmlformats.org/drawingml/2006/main" noGrp="1"/>
          </p:cNvSpPr>
          <p:nvPr/>
        </p:nvSpPr>
        <p:spPr>
          <a:xfrm xmlns:a="http://schemas.openxmlformats.org/drawingml/2006/main">
            <a:off x="5410200" y="34671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0A71656F-44F3-4C3D-99E0-FC6B6B0A8290}"/>
              </a:ext>
            </a:extLst>
          </p:cNvPr>
          <p:cNvSpPr>
            <a:spLocks xmlns:a="http://schemas.openxmlformats.org/drawingml/2006/main" noGrp="1"/>
          </p:cNvSpPr>
          <p:nvPr/>
        </p:nvSpPr>
        <p:spPr>
          <a:xfrm xmlns:a="http://schemas.openxmlformats.org/drawingml/2006/main">
            <a:off x="5505450" y="35814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desktop / web・mobile beta</a:t>
            </a:r>
          </a:p>
        </p:txBody>
      </p:sp>
      <p:sp>
        <p:nvSpPr>
          <p:cNvPr id="40" name="">
            <a:extLst xmlns:a="http://schemas.openxmlformats.org/drawingml/2006/main">
              <a:ext uri="{FF2B5EF4-FFF2-40B4-BE49-F238E27FC236}">
                <a16:creationId xmlns:a16="http://schemas.microsoft.com/office/drawing/2014/main" id="{98A262F1-1117-4C74-BC14-0D17BF34D5BD}"/>
              </a:ext>
            </a:extLst>
          </p:cNvPr>
          <p:cNvSpPr>
            <a:spLocks xmlns:a="http://schemas.openxmlformats.org/drawingml/2006/main" noGrp="1"/>
          </p:cNvSpPr>
          <p:nvPr/>
        </p:nvSpPr>
        <p:spPr>
          <a:xfrm xmlns:a="http://schemas.openxmlformats.org/drawingml/2006/main">
            <a:off x="7981950" y="34671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77B518A7-1BC3-46E3-9107-DD7B9DC0E687}"/>
              </a:ext>
            </a:extLst>
          </p:cNvPr>
          <p:cNvSpPr>
            <a:spLocks xmlns:a="http://schemas.openxmlformats.org/drawingml/2006/main" noGrp="1"/>
          </p:cNvSpPr>
          <p:nvPr/>
        </p:nvSpPr>
        <p:spPr>
          <a:xfrm xmlns:a="http://schemas.openxmlformats.org/drawingml/2006/main">
            <a:off x="8077200" y="35814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複数資料からレビュー可能な文書を作成</a:t>
            </a:r>
          </a:p>
        </p:txBody>
      </p:sp>
      <p:sp>
        <p:nvSpPr>
          <p:cNvPr id="42" name="">
            <a:extLst xmlns:a="http://schemas.openxmlformats.org/drawingml/2006/main">
              <a:ext uri="{FF2B5EF4-FFF2-40B4-BE49-F238E27FC236}">
                <a16:creationId xmlns:a16="http://schemas.microsoft.com/office/drawing/2014/main" id="{0CB572E5-D9B3-4F74-BDF1-8F70F0393B30}"/>
              </a:ext>
            </a:extLst>
          </p:cNvPr>
          <p:cNvSpPr>
            <a:spLocks xmlns:a="http://schemas.openxmlformats.org/drawingml/2006/main" noGrp="1"/>
          </p:cNvSpPr>
          <p:nvPr/>
        </p:nvSpPr>
        <p:spPr>
          <a:xfrm xmlns:a="http://schemas.openxmlformats.org/drawingml/2006/main">
            <a:off x="647700" y="421005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187A5133-E2D2-4C61-AD19-936BCFA2533F}"/>
              </a:ext>
            </a:extLst>
          </p:cNvPr>
          <p:cNvSpPr>
            <a:spLocks xmlns:a="http://schemas.openxmlformats.org/drawingml/2006/main" noGrp="1"/>
          </p:cNvSpPr>
          <p:nvPr/>
        </p:nvSpPr>
        <p:spPr>
          <a:xfrm xmlns:a="http://schemas.openxmlformats.org/drawingml/2006/main">
            <a:off x="742950" y="43243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44" name="">
            <a:extLst xmlns:a="http://schemas.openxmlformats.org/drawingml/2006/main">
              <a:ext uri="{FF2B5EF4-FFF2-40B4-BE49-F238E27FC236}">
                <a16:creationId xmlns:a16="http://schemas.microsoft.com/office/drawing/2014/main" id="{14D88EB0-1B3B-4CBB-B74B-245ECEE578F5}"/>
              </a:ext>
            </a:extLst>
          </p:cNvPr>
          <p:cNvSpPr>
            <a:spLocks xmlns:a="http://schemas.openxmlformats.org/drawingml/2006/main" noGrp="1"/>
          </p:cNvSpPr>
          <p:nvPr/>
        </p:nvSpPr>
        <p:spPr>
          <a:xfrm xmlns:a="http://schemas.openxmlformats.org/drawingml/2006/main">
            <a:off x="2266950" y="421005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7A1EEA62-0F45-41CC-BE11-F4BDEBC53D72}"/>
              </a:ext>
            </a:extLst>
          </p:cNvPr>
          <p:cNvSpPr>
            <a:spLocks xmlns:a="http://schemas.openxmlformats.org/drawingml/2006/main" noGrp="1"/>
          </p:cNvSpPr>
          <p:nvPr/>
        </p:nvSpPr>
        <p:spPr>
          <a:xfrm xmlns:a="http://schemas.openxmlformats.org/drawingml/2006/main">
            <a:off x="2362200" y="432435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要件・設計・タスクを伴う仕様駆動開発</a:t>
            </a:r>
          </a:p>
        </p:txBody>
      </p:sp>
      <p:sp>
        <p:nvSpPr>
          <p:cNvPr id="46" name="">
            <a:extLst xmlns:a="http://schemas.openxmlformats.org/drawingml/2006/main">
              <a:ext uri="{FF2B5EF4-FFF2-40B4-BE49-F238E27FC236}">
                <a16:creationId xmlns:a16="http://schemas.microsoft.com/office/drawing/2014/main" id="{6C3F0B9A-1DE4-4C58-93D1-9FAA573487A1}"/>
              </a:ext>
            </a:extLst>
          </p:cNvPr>
          <p:cNvSpPr>
            <a:spLocks xmlns:a="http://schemas.openxmlformats.org/drawingml/2006/main" noGrp="1"/>
          </p:cNvSpPr>
          <p:nvPr/>
        </p:nvSpPr>
        <p:spPr>
          <a:xfrm xmlns:a="http://schemas.openxmlformats.org/drawingml/2006/main">
            <a:off x="5410200" y="421005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A6915761-1695-43B4-A7AD-C2C3443A5915}"/>
              </a:ext>
            </a:extLst>
          </p:cNvPr>
          <p:cNvSpPr>
            <a:spLocks xmlns:a="http://schemas.openxmlformats.org/drawingml/2006/main" noGrp="1"/>
          </p:cNvSpPr>
          <p:nvPr/>
        </p:nvSpPr>
        <p:spPr>
          <a:xfrm xmlns:a="http://schemas.openxmlformats.org/drawingml/2006/main">
            <a:off x="5505450" y="43243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web preview</a:t>
            </a:r>
          </a:p>
        </p:txBody>
      </p:sp>
      <p:sp>
        <p:nvSpPr>
          <p:cNvPr id="48" name="">
            <a:extLst xmlns:a="http://schemas.openxmlformats.org/drawingml/2006/main">
              <a:ext uri="{FF2B5EF4-FFF2-40B4-BE49-F238E27FC236}">
                <a16:creationId xmlns:a16="http://schemas.microsoft.com/office/drawing/2014/main" id="{AD5EE468-2BEB-4957-A6C5-4ADD7DF4E548}"/>
              </a:ext>
            </a:extLst>
          </p:cNvPr>
          <p:cNvSpPr>
            <a:spLocks xmlns:a="http://schemas.openxmlformats.org/drawingml/2006/main" noGrp="1"/>
          </p:cNvSpPr>
          <p:nvPr/>
        </p:nvSpPr>
        <p:spPr>
          <a:xfrm xmlns:a="http://schemas.openxmlformats.org/drawingml/2006/main">
            <a:off x="7981950" y="421005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FEB85E31-CD56-4595-939B-6C293ADBC59B}"/>
              </a:ext>
            </a:extLst>
          </p:cNvPr>
          <p:cNvSpPr>
            <a:spLocks xmlns:a="http://schemas.openxmlformats.org/drawingml/2006/main" noGrp="1"/>
          </p:cNvSpPr>
          <p:nvPr/>
        </p:nvSpPr>
        <p:spPr>
          <a:xfrm xmlns:a="http://schemas.openxmlformats.org/drawingml/2006/main">
            <a:off x="8077200" y="432435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新機能をrequirements / design / tasksへ</a:t>
            </a:r>
          </a:p>
        </p:txBody>
      </p:sp>
      <p:sp>
        <p:nvSpPr>
          <p:cNvPr id="50" name="">
            <a:extLst xmlns:a="http://schemas.openxmlformats.org/drawingml/2006/main">
              <a:ext uri="{FF2B5EF4-FFF2-40B4-BE49-F238E27FC236}">
                <a16:creationId xmlns:a16="http://schemas.microsoft.com/office/drawing/2014/main" id="{B245DC58-B361-4CA9-9085-4BF909441DE6}"/>
              </a:ext>
            </a:extLst>
          </p:cNvPr>
          <p:cNvSpPr>
            <a:spLocks xmlns:a="http://schemas.openxmlformats.org/drawingml/2006/main" noGrp="1"/>
          </p:cNvSpPr>
          <p:nvPr/>
        </p:nvSpPr>
        <p:spPr>
          <a:xfrm xmlns:a="http://schemas.openxmlformats.org/drawingml/2006/main">
            <a:off x="647700" y="4953000"/>
            <a:ext cx="1619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17DADC82-1A57-4741-BF9F-D12F2C38AB48}"/>
              </a:ext>
            </a:extLst>
          </p:cNvPr>
          <p:cNvSpPr>
            <a:spLocks xmlns:a="http://schemas.openxmlformats.org/drawingml/2006/main" noGrp="1"/>
          </p:cNvSpPr>
          <p:nvPr/>
        </p:nvSpPr>
        <p:spPr>
          <a:xfrm xmlns:a="http://schemas.openxmlformats.org/drawingml/2006/main">
            <a:off x="742950" y="506730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52" name="">
            <a:extLst xmlns:a="http://schemas.openxmlformats.org/drawingml/2006/main">
              <a:ext uri="{FF2B5EF4-FFF2-40B4-BE49-F238E27FC236}">
                <a16:creationId xmlns:a16="http://schemas.microsoft.com/office/drawing/2014/main" id="{E3FE2978-609D-4A22-9D1C-5A97C6ECECCE}"/>
              </a:ext>
            </a:extLst>
          </p:cNvPr>
          <p:cNvSpPr>
            <a:spLocks xmlns:a="http://schemas.openxmlformats.org/drawingml/2006/main" noGrp="1"/>
          </p:cNvSpPr>
          <p:nvPr/>
        </p:nvSpPr>
        <p:spPr>
          <a:xfrm xmlns:a="http://schemas.openxmlformats.org/drawingml/2006/main">
            <a:off x="2266950" y="4953000"/>
            <a:ext cx="3143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83FE92ED-1289-479F-B015-7A97028FCD8D}"/>
              </a:ext>
            </a:extLst>
          </p:cNvPr>
          <p:cNvSpPr>
            <a:spLocks xmlns:a="http://schemas.openxmlformats.org/drawingml/2006/main" noGrp="1"/>
          </p:cNvSpPr>
          <p:nvPr/>
        </p:nvSpPr>
        <p:spPr>
          <a:xfrm xmlns:a="http://schemas.openxmlformats.org/drawingml/2006/main">
            <a:off x="2362200" y="5067300"/>
            <a:ext cx="2952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計画・実装・Browser検証を伴うWeb開発</a:t>
            </a:r>
          </a:p>
        </p:txBody>
      </p:sp>
      <p:sp>
        <p:nvSpPr>
          <p:cNvPr id="54" name="">
            <a:extLst xmlns:a="http://schemas.openxmlformats.org/drawingml/2006/main">
              <a:ext uri="{FF2B5EF4-FFF2-40B4-BE49-F238E27FC236}">
                <a16:creationId xmlns:a16="http://schemas.microsoft.com/office/drawing/2014/main" id="{A3EDF28C-ACCE-4D3B-A3AB-FAABBC4FC966}"/>
              </a:ext>
            </a:extLst>
          </p:cNvPr>
          <p:cNvSpPr>
            <a:spLocks xmlns:a="http://schemas.openxmlformats.org/drawingml/2006/main" noGrp="1"/>
          </p:cNvSpPr>
          <p:nvPr/>
        </p:nvSpPr>
        <p:spPr>
          <a:xfrm xmlns:a="http://schemas.openxmlformats.org/drawingml/2006/main">
            <a:off x="5410200" y="4953000"/>
            <a:ext cx="2571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FB2AB4BD-B941-4BC3-A5A0-E0D9FE4D650F}"/>
              </a:ext>
            </a:extLst>
          </p:cNvPr>
          <p:cNvSpPr>
            <a:spLocks xmlns:a="http://schemas.openxmlformats.org/drawingml/2006/main" noGrp="1"/>
          </p:cNvSpPr>
          <p:nvPr/>
        </p:nvSpPr>
        <p:spPr>
          <a:xfrm xmlns:a="http://schemas.openxmlformats.org/drawingml/2006/main">
            <a:off x="5505450" y="50673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IDE / CLI / SDK</a:t>
            </a:r>
          </a:p>
        </p:txBody>
      </p:sp>
      <p:sp>
        <p:nvSpPr>
          <p:cNvPr id="56" name="">
            <a:extLst xmlns:a="http://schemas.openxmlformats.org/drawingml/2006/main">
              <a:ext uri="{FF2B5EF4-FFF2-40B4-BE49-F238E27FC236}">
                <a16:creationId xmlns:a16="http://schemas.microsoft.com/office/drawing/2014/main" id="{07988588-82D2-4340-B0AB-EDE9667A13E2}"/>
              </a:ext>
            </a:extLst>
          </p:cNvPr>
          <p:cNvSpPr>
            <a:spLocks xmlns:a="http://schemas.openxmlformats.org/drawingml/2006/main" noGrp="1"/>
          </p:cNvSpPr>
          <p:nvPr/>
        </p:nvSpPr>
        <p:spPr>
          <a:xfrm xmlns:a="http://schemas.openxmlformats.org/drawingml/2006/main">
            <a:off x="7981950" y="4953000"/>
            <a:ext cx="35623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9E5A5205-2BF8-41C7-A3E1-26153A2C66A0}"/>
              </a:ext>
            </a:extLst>
          </p:cNvPr>
          <p:cNvSpPr>
            <a:spLocks xmlns:a="http://schemas.openxmlformats.org/drawingml/2006/main" noGrp="1"/>
          </p:cNvSpPr>
          <p:nvPr/>
        </p:nvSpPr>
        <p:spPr>
          <a:xfrm xmlns:a="http://schemas.openxmlformats.org/drawingml/2006/main">
            <a:off x="8077200" y="5067300"/>
            <a:ext cx="3371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1ページサイトを作りdesktop/mobile確認</a:t>
            </a:r>
          </a:p>
        </p:txBody>
      </p:sp>
    </p:spTree>
    <p:extLst>
      <p:ext uri="{BB962C8B-B14F-4D97-AF65-F5344CB8AC3E}">
        <p14:creationId xmlns:p14="http://schemas.microsoft.com/office/powerpoint/2010/main" val="101826840"/>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COMPARISON 02  |  CAPABILITIES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指示・能力・接続・証拠を、製品ごとの仕組みで組み合わせます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05 / 26</a:t>
            </a:r>
          </a:p>
        </p:txBody>
      </p:sp>
      <p:sp>
        <p:nvSpPr>
          <p:cNvPr id="10" name="">
            <a:extLst xmlns:a="http://schemas.openxmlformats.org/drawingml/2006/main">
              <a:ext uri="{FF2B5EF4-FFF2-40B4-BE49-F238E27FC236}">
                <a16:creationId xmlns:a16="http://schemas.microsoft.com/office/drawing/2014/main" id="{2C25FB42-384D-4DC8-B434-77E27C50943C}"/>
              </a:ext>
            </a:extLst>
          </p:cNvPr>
          <p:cNvSpPr>
            <a:spLocks xmlns:a="http://schemas.openxmlformats.org/drawingml/2006/main" noGrp="1"/>
          </p:cNvSpPr>
          <p:nvPr/>
        </p:nvSpPr>
        <p:spPr>
          <a:xfrm xmlns:a="http://schemas.openxmlformats.org/drawingml/2006/main">
            <a:off x="647700" y="1562100"/>
            <a:ext cx="1428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2F534F6-B131-4F6E-BDB3-5DF5526C9F04}"/>
              </a:ext>
            </a:extLst>
          </p:cNvPr>
          <p:cNvSpPr>
            <a:spLocks xmlns:a="http://schemas.openxmlformats.org/drawingml/2006/main" noGrp="1"/>
          </p:cNvSpPr>
          <p:nvPr/>
        </p:nvSpPr>
        <p:spPr>
          <a:xfrm xmlns:a="http://schemas.openxmlformats.org/drawingml/2006/main">
            <a:off x="762000" y="1657350"/>
            <a:ext cx="1200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製品</a:t>
            </a:r>
          </a:p>
        </p:txBody>
      </p:sp>
      <p:sp>
        <p:nvSpPr>
          <p:cNvPr id="12" name="">
            <a:extLst xmlns:a="http://schemas.openxmlformats.org/drawingml/2006/main">
              <a:ext uri="{FF2B5EF4-FFF2-40B4-BE49-F238E27FC236}">
                <a16:creationId xmlns:a16="http://schemas.microsoft.com/office/drawing/2014/main" id="{284178B4-EBCF-409D-91E9-B2193A9D10A7}"/>
              </a:ext>
            </a:extLst>
          </p:cNvPr>
          <p:cNvSpPr>
            <a:spLocks xmlns:a="http://schemas.openxmlformats.org/drawingml/2006/main" noGrp="1"/>
          </p:cNvSpPr>
          <p:nvPr/>
        </p:nvSpPr>
        <p:spPr>
          <a:xfrm xmlns:a="http://schemas.openxmlformats.org/drawingml/2006/main">
            <a:off x="207645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01D9CAC-A980-4F51-908F-7E191B47C1AD}"/>
              </a:ext>
            </a:extLst>
          </p:cNvPr>
          <p:cNvSpPr>
            <a:spLocks xmlns:a="http://schemas.openxmlformats.org/drawingml/2006/main" noGrp="1"/>
          </p:cNvSpPr>
          <p:nvPr/>
        </p:nvSpPr>
        <p:spPr>
          <a:xfrm xmlns:a="http://schemas.openxmlformats.org/drawingml/2006/main">
            <a:off x="219075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持続する指示</a:t>
            </a:r>
          </a:p>
        </p:txBody>
      </p:sp>
      <p:sp>
        <p:nvSpPr>
          <p:cNvPr id="14" name="">
            <a:extLst xmlns:a="http://schemas.openxmlformats.org/drawingml/2006/main">
              <a:ext uri="{FF2B5EF4-FFF2-40B4-BE49-F238E27FC236}">
                <a16:creationId xmlns:a16="http://schemas.microsoft.com/office/drawing/2014/main" id="{EEF05A89-21C7-48B6-AD08-42EB6DFB87F6}"/>
              </a:ext>
            </a:extLst>
          </p:cNvPr>
          <p:cNvSpPr>
            <a:spLocks xmlns:a="http://schemas.openxmlformats.org/drawingml/2006/main" noGrp="1"/>
          </p:cNvSpPr>
          <p:nvPr/>
        </p:nvSpPr>
        <p:spPr>
          <a:xfrm xmlns:a="http://schemas.openxmlformats.org/drawingml/2006/main">
            <a:off x="4457700" y="1562100"/>
            <a:ext cx="2381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7194E60-4B45-4FFD-9B49-8601D2641B46}"/>
              </a:ext>
            </a:extLst>
          </p:cNvPr>
          <p:cNvSpPr>
            <a:spLocks xmlns:a="http://schemas.openxmlformats.org/drawingml/2006/main" noGrp="1"/>
          </p:cNvSpPr>
          <p:nvPr/>
        </p:nvSpPr>
        <p:spPr>
          <a:xfrm xmlns:a="http://schemas.openxmlformats.org/drawingml/2006/main">
            <a:off x="4572000" y="1657350"/>
            <a:ext cx="2152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再利用能力</a:t>
            </a:r>
          </a:p>
        </p:txBody>
      </p:sp>
      <p:sp>
        <p:nvSpPr>
          <p:cNvPr id="16" name="">
            <a:extLst xmlns:a="http://schemas.openxmlformats.org/drawingml/2006/main">
              <a:ext uri="{FF2B5EF4-FFF2-40B4-BE49-F238E27FC236}">
                <a16:creationId xmlns:a16="http://schemas.microsoft.com/office/drawing/2014/main" id="{00AF2499-BD59-4A58-AC4D-302C2540ADA8}"/>
              </a:ext>
            </a:extLst>
          </p:cNvPr>
          <p:cNvSpPr>
            <a:spLocks xmlns:a="http://schemas.openxmlformats.org/drawingml/2006/main" noGrp="1"/>
          </p:cNvSpPr>
          <p:nvPr/>
        </p:nvSpPr>
        <p:spPr>
          <a:xfrm xmlns:a="http://schemas.openxmlformats.org/drawingml/2006/main">
            <a:off x="6838950" y="1562100"/>
            <a:ext cx="20002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0B416E7-78BC-4D28-8B5D-8E9CF8645AFD}"/>
              </a:ext>
            </a:extLst>
          </p:cNvPr>
          <p:cNvSpPr>
            <a:spLocks xmlns:a="http://schemas.openxmlformats.org/drawingml/2006/main" noGrp="1"/>
          </p:cNvSpPr>
          <p:nvPr/>
        </p:nvSpPr>
        <p:spPr>
          <a:xfrm xmlns:a="http://schemas.openxmlformats.org/drawingml/2006/main">
            <a:off x="6953250" y="1657350"/>
            <a:ext cx="1771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外部接続</a:t>
            </a:r>
          </a:p>
        </p:txBody>
      </p:sp>
      <p:sp>
        <p:nvSpPr>
          <p:cNvPr id="18" name="">
            <a:extLst xmlns:a="http://schemas.openxmlformats.org/drawingml/2006/main">
              <a:ext uri="{FF2B5EF4-FFF2-40B4-BE49-F238E27FC236}">
                <a16:creationId xmlns:a16="http://schemas.microsoft.com/office/drawing/2014/main" id="{EA32A7F1-120C-4239-8A20-F0660870A954}"/>
              </a:ext>
            </a:extLst>
          </p:cNvPr>
          <p:cNvSpPr>
            <a:spLocks xmlns:a="http://schemas.openxmlformats.org/drawingml/2006/main" noGrp="1"/>
          </p:cNvSpPr>
          <p:nvPr/>
        </p:nvSpPr>
        <p:spPr>
          <a:xfrm xmlns:a="http://schemas.openxmlformats.org/drawingml/2006/main">
            <a:off x="8839200" y="1562100"/>
            <a:ext cx="27051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BDBF0C4-CA65-4D37-9A27-A6C0190B63CC}"/>
              </a:ext>
            </a:extLst>
          </p:cNvPr>
          <p:cNvSpPr>
            <a:spLocks xmlns:a="http://schemas.openxmlformats.org/drawingml/2006/main" noGrp="1"/>
          </p:cNvSpPr>
          <p:nvPr/>
        </p:nvSpPr>
        <p:spPr>
          <a:xfrm xmlns:a="http://schemas.openxmlformats.org/drawingml/2006/main">
            <a:off x="8953500" y="16573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計画・証拠</a:t>
            </a:r>
          </a:p>
        </p:txBody>
      </p:sp>
      <p:sp>
        <p:nvSpPr>
          <p:cNvPr id="20" name="">
            <a:extLst xmlns:a="http://schemas.openxmlformats.org/drawingml/2006/main">
              <a:ext uri="{FF2B5EF4-FFF2-40B4-BE49-F238E27FC236}">
                <a16:creationId xmlns:a16="http://schemas.microsoft.com/office/drawing/2014/main" id="{2A81AE7E-7517-4A70-A4A1-E2BB059FFB06}"/>
              </a:ext>
            </a:extLst>
          </p:cNvPr>
          <p:cNvSpPr>
            <a:spLocks xmlns:a="http://schemas.openxmlformats.org/drawingml/2006/main" noGrp="1"/>
          </p:cNvSpPr>
          <p:nvPr/>
        </p:nvSpPr>
        <p:spPr>
          <a:xfrm xmlns:a="http://schemas.openxmlformats.org/drawingml/2006/main">
            <a:off x="647700" y="19812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6DCB2496-BB15-42C2-823E-383FA9DCEC95}"/>
              </a:ext>
            </a:extLst>
          </p:cNvPr>
          <p:cNvSpPr>
            <a:spLocks xmlns:a="http://schemas.openxmlformats.org/drawingml/2006/main" noGrp="1"/>
          </p:cNvSpPr>
          <p:nvPr/>
        </p:nvSpPr>
        <p:spPr>
          <a:xfrm xmlns:a="http://schemas.openxmlformats.org/drawingml/2006/main">
            <a:off x="742950" y="20955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Codex</a:t>
            </a:r>
          </a:p>
        </p:txBody>
      </p:sp>
      <p:sp>
        <p:nvSpPr>
          <p:cNvPr id="22" name="">
            <a:extLst xmlns:a="http://schemas.openxmlformats.org/drawingml/2006/main">
              <a:ext uri="{FF2B5EF4-FFF2-40B4-BE49-F238E27FC236}">
                <a16:creationId xmlns:a16="http://schemas.microsoft.com/office/drawing/2014/main" id="{0040A0CD-F9B9-4FBA-9ECA-45D7FF0EEE5C}"/>
              </a:ext>
            </a:extLst>
          </p:cNvPr>
          <p:cNvSpPr>
            <a:spLocks xmlns:a="http://schemas.openxmlformats.org/drawingml/2006/main" noGrp="1"/>
          </p:cNvSpPr>
          <p:nvPr/>
        </p:nvSpPr>
        <p:spPr>
          <a:xfrm xmlns:a="http://schemas.openxmlformats.org/drawingml/2006/main">
            <a:off x="207645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5B4F1EE1-1F1F-4C0A-87C7-350E7F1B0B85}"/>
              </a:ext>
            </a:extLst>
          </p:cNvPr>
          <p:cNvSpPr>
            <a:spLocks xmlns:a="http://schemas.openxmlformats.org/drawingml/2006/main" noGrp="1"/>
          </p:cNvSpPr>
          <p:nvPr/>
        </p:nvSpPr>
        <p:spPr>
          <a:xfrm xmlns:a="http://schemas.openxmlformats.org/drawingml/2006/main">
            <a:off x="217170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AGENTS.md / Rules</a:t>
            </a:r>
          </a:p>
        </p:txBody>
      </p:sp>
      <p:sp>
        <p:nvSpPr>
          <p:cNvPr id="24" name="">
            <a:extLst xmlns:a="http://schemas.openxmlformats.org/drawingml/2006/main">
              <a:ext uri="{FF2B5EF4-FFF2-40B4-BE49-F238E27FC236}">
                <a16:creationId xmlns:a16="http://schemas.microsoft.com/office/drawing/2014/main" id="{57B69DC0-0795-45CF-B2EC-6D547F91C8A1}"/>
              </a:ext>
            </a:extLst>
          </p:cNvPr>
          <p:cNvSpPr>
            <a:spLocks xmlns:a="http://schemas.openxmlformats.org/drawingml/2006/main" noGrp="1"/>
          </p:cNvSpPr>
          <p:nvPr/>
        </p:nvSpPr>
        <p:spPr>
          <a:xfrm xmlns:a="http://schemas.openxmlformats.org/drawingml/2006/main">
            <a:off x="4457700" y="19812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D082659B-0E68-432A-980C-2FC6BF339D5C}"/>
              </a:ext>
            </a:extLst>
          </p:cNvPr>
          <p:cNvSpPr>
            <a:spLocks xmlns:a="http://schemas.openxmlformats.org/drawingml/2006/main" noGrp="1"/>
          </p:cNvSpPr>
          <p:nvPr/>
        </p:nvSpPr>
        <p:spPr>
          <a:xfrm xmlns:a="http://schemas.openxmlformats.org/drawingml/2006/main">
            <a:off x="4552950" y="20955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26" name="">
            <a:extLst xmlns:a="http://schemas.openxmlformats.org/drawingml/2006/main">
              <a:ext uri="{FF2B5EF4-FFF2-40B4-BE49-F238E27FC236}">
                <a16:creationId xmlns:a16="http://schemas.microsoft.com/office/drawing/2014/main" id="{46181FE4-7991-403D-9134-4BC62C1E22DA}"/>
              </a:ext>
            </a:extLst>
          </p:cNvPr>
          <p:cNvSpPr>
            <a:spLocks xmlns:a="http://schemas.openxmlformats.org/drawingml/2006/main" noGrp="1"/>
          </p:cNvSpPr>
          <p:nvPr/>
        </p:nvSpPr>
        <p:spPr>
          <a:xfrm xmlns:a="http://schemas.openxmlformats.org/drawingml/2006/main">
            <a:off x="6838950" y="19812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26FFE58B-2E48-4806-98C8-22458E62734B}"/>
              </a:ext>
            </a:extLst>
          </p:cNvPr>
          <p:cNvSpPr>
            <a:spLocks xmlns:a="http://schemas.openxmlformats.org/drawingml/2006/main" noGrp="1"/>
          </p:cNvSpPr>
          <p:nvPr/>
        </p:nvSpPr>
        <p:spPr>
          <a:xfrm xmlns:a="http://schemas.openxmlformats.org/drawingml/2006/main">
            <a:off x="6934200" y="20955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Connectors</a:t>
            </a:r>
          </a:p>
        </p:txBody>
      </p:sp>
      <p:sp>
        <p:nvSpPr>
          <p:cNvPr id="28" name="">
            <a:extLst xmlns:a="http://schemas.openxmlformats.org/drawingml/2006/main">
              <a:ext uri="{FF2B5EF4-FFF2-40B4-BE49-F238E27FC236}">
                <a16:creationId xmlns:a16="http://schemas.microsoft.com/office/drawing/2014/main" id="{8BE81FE0-F197-41E9-B9E3-E4EE831F6685}"/>
              </a:ext>
            </a:extLst>
          </p:cNvPr>
          <p:cNvSpPr>
            <a:spLocks xmlns:a="http://schemas.openxmlformats.org/drawingml/2006/main" noGrp="1"/>
          </p:cNvSpPr>
          <p:nvPr/>
        </p:nvSpPr>
        <p:spPr>
          <a:xfrm xmlns:a="http://schemas.openxmlformats.org/drawingml/2006/main">
            <a:off x="8839200" y="19812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61950728-07F0-4F26-9E9D-48C7658834A1}"/>
              </a:ext>
            </a:extLst>
          </p:cNvPr>
          <p:cNvSpPr>
            <a:spLocks xmlns:a="http://schemas.openxmlformats.org/drawingml/2006/main" noGrp="1"/>
          </p:cNvSpPr>
          <p:nvPr/>
        </p:nvSpPr>
        <p:spPr>
          <a:xfrm xmlns:a="http://schemas.openxmlformats.org/drawingml/2006/main">
            <a:off x="8934450" y="20955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 diff / files / PR</a:t>
            </a:r>
          </a:p>
        </p:txBody>
      </p:sp>
      <p:sp>
        <p:nvSpPr>
          <p:cNvPr id="30" name="">
            <a:extLst xmlns:a="http://schemas.openxmlformats.org/drawingml/2006/main">
              <a:ext uri="{FF2B5EF4-FFF2-40B4-BE49-F238E27FC236}">
                <a16:creationId xmlns:a16="http://schemas.microsoft.com/office/drawing/2014/main" id="{DEDE7DC9-CD5E-4948-B4CD-C3F727397BA9}"/>
              </a:ext>
            </a:extLst>
          </p:cNvPr>
          <p:cNvSpPr>
            <a:spLocks xmlns:a="http://schemas.openxmlformats.org/drawingml/2006/main" noGrp="1"/>
          </p:cNvSpPr>
          <p:nvPr/>
        </p:nvSpPr>
        <p:spPr>
          <a:xfrm xmlns:a="http://schemas.openxmlformats.org/drawingml/2006/main">
            <a:off x="647700" y="27241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E910AB7C-6FD2-4DAB-B136-C6FC1CA808C9}"/>
              </a:ext>
            </a:extLst>
          </p:cNvPr>
          <p:cNvSpPr>
            <a:spLocks xmlns:a="http://schemas.openxmlformats.org/drawingml/2006/main" noGrp="1"/>
          </p:cNvSpPr>
          <p:nvPr/>
        </p:nvSpPr>
        <p:spPr>
          <a:xfrm xmlns:a="http://schemas.openxmlformats.org/drawingml/2006/main">
            <a:off x="742950" y="28384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Code</a:t>
            </a:r>
          </a:p>
        </p:txBody>
      </p:sp>
      <p:sp>
        <p:nvSpPr>
          <p:cNvPr id="32" name="">
            <a:extLst xmlns:a="http://schemas.openxmlformats.org/drawingml/2006/main">
              <a:ext uri="{FF2B5EF4-FFF2-40B4-BE49-F238E27FC236}">
                <a16:creationId xmlns:a16="http://schemas.microsoft.com/office/drawing/2014/main" id="{A23F8E52-93EF-4FEC-B951-1FE9C79044D9}"/>
              </a:ext>
            </a:extLst>
          </p:cNvPr>
          <p:cNvSpPr>
            <a:spLocks xmlns:a="http://schemas.openxmlformats.org/drawingml/2006/main" noGrp="1"/>
          </p:cNvSpPr>
          <p:nvPr/>
        </p:nvSpPr>
        <p:spPr>
          <a:xfrm xmlns:a="http://schemas.openxmlformats.org/drawingml/2006/main">
            <a:off x="207645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52D4D4A9-3E09-4602-8B1D-ED5F4B2B1B7D}"/>
              </a:ext>
            </a:extLst>
          </p:cNvPr>
          <p:cNvSpPr>
            <a:spLocks xmlns:a="http://schemas.openxmlformats.org/drawingml/2006/main" noGrp="1"/>
          </p:cNvSpPr>
          <p:nvPr/>
        </p:nvSpPr>
        <p:spPr>
          <a:xfrm xmlns:a="http://schemas.openxmlformats.org/drawingml/2006/main">
            <a:off x="217170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CLAUDE.md / memory / rules</a:t>
            </a:r>
          </a:p>
        </p:txBody>
      </p:sp>
      <p:sp>
        <p:nvSpPr>
          <p:cNvPr id="34" name="">
            <a:extLst xmlns:a="http://schemas.openxmlformats.org/drawingml/2006/main">
              <a:ext uri="{FF2B5EF4-FFF2-40B4-BE49-F238E27FC236}">
                <a16:creationId xmlns:a16="http://schemas.microsoft.com/office/drawing/2014/main" id="{A199170B-7E8F-433B-8794-EC413546EB50}"/>
              </a:ext>
            </a:extLst>
          </p:cNvPr>
          <p:cNvSpPr>
            <a:spLocks xmlns:a="http://schemas.openxmlformats.org/drawingml/2006/main" noGrp="1"/>
          </p:cNvSpPr>
          <p:nvPr/>
        </p:nvSpPr>
        <p:spPr>
          <a:xfrm xmlns:a="http://schemas.openxmlformats.org/drawingml/2006/main">
            <a:off x="4457700" y="27241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C873F2A6-D8F7-48C9-890E-EE084F8902D6}"/>
              </a:ext>
            </a:extLst>
          </p:cNvPr>
          <p:cNvSpPr>
            <a:spLocks xmlns:a="http://schemas.openxmlformats.org/drawingml/2006/main" noGrp="1"/>
          </p:cNvSpPr>
          <p:nvPr/>
        </p:nvSpPr>
        <p:spPr>
          <a:xfrm xmlns:a="http://schemas.openxmlformats.org/drawingml/2006/main">
            <a:off x="4552950" y="28384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Hooks</a:t>
            </a:r>
          </a:p>
        </p:txBody>
      </p:sp>
      <p:sp>
        <p:nvSpPr>
          <p:cNvPr id="36" name="">
            <a:extLst xmlns:a="http://schemas.openxmlformats.org/drawingml/2006/main">
              <a:ext uri="{FF2B5EF4-FFF2-40B4-BE49-F238E27FC236}">
                <a16:creationId xmlns:a16="http://schemas.microsoft.com/office/drawing/2014/main" id="{6488C908-DA99-408E-815C-65039DE8F432}"/>
              </a:ext>
            </a:extLst>
          </p:cNvPr>
          <p:cNvSpPr>
            <a:spLocks xmlns:a="http://schemas.openxmlformats.org/drawingml/2006/main" noGrp="1"/>
          </p:cNvSpPr>
          <p:nvPr/>
        </p:nvSpPr>
        <p:spPr>
          <a:xfrm xmlns:a="http://schemas.openxmlformats.org/drawingml/2006/main">
            <a:off x="6838950" y="27241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26ED712F-C19C-4840-8DEA-1F0FC1FDAE5D}"/>
              </a:ext>
            </a:extLst>
          </p:cNvPr>
          <p:cNvSpPr>
            <a:spLocks xmlns:a="http://schemas.openxmlformats.org/drawingml/2006/main" noGrp="1"/>
          </p:cNvSpPr>
          <p:nvPr/>
        </p:nvSpPr>
        <p:spPr>
          <a:xfrm xmlns:a="http://schemas.openxmlformats.org/drawingml/2006/main">
            <a:off x="6934200" y="28384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a:t>
            </a:r>
          </a:p>
        </p:txBody>
      </p:sp>
      <p:sp>
        <p:nvSpPr>
          <p:cNvPr id="38" name="">
            <a:extLst xmlns:a="http://schemas.openxmlformats.org/drawingml/2006/main">
              <a:ext uri="{FF2B5EF4-FFF2-40B4-BE49-F238E27FC236}">
                <a16:creationId xmlns:a16="http://schemas.microsoft.com/office/drawing/2014/main" id="{E639E972-D678-40BD-9FA6-809DEBC06E7E}"/>
              </a:ext>
            </a:extLst>
          </p:cNvPr>
          <p:cNvSpPr>
            <a:spLocks xmlns:a="http://schemas.openxmlformats.org/drawingml/2006/main" noGrp="1"/>
          </p:cNvSpPr>
          <p:nvPr/>
        </p:nvSpPr>
        <p:spPr>
          <a:xfrm xmlns:a="http://schemas.openxmlformats.org/drawingml/2006/main">
            <a:off x="8839200" y="27241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A9FDACEF-768B-4E74-A742-57A55204FF72}"/>
              </a:ext>
            </a:extLst>
          </p:cNvPr>
          <p:cNvSpPr>
            <a:spLocks xmlns:a="http://schemas.openxmlformats.org/drawingml/2006/main" noGrp="1"/>
          </p:cNvSpPr>
          <p:nvPr/>
        </p:nvSpPr>
        <p:spPr>
          <a:xfrm xmlns:a="http://schemas.openxmlformats.org/drawingml/2006/main">
            <a:off x="8934450" y="28384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Plan review / diff / PR</a:t>
            </a:r>
          </a:p>
        </p:txBody>
      </p:sp>
      <p:sp>
        <p:nvSpPr>
          <p:cNvPr id="40" name="">
            <a:extLst xmlns:a="http://schemas.openxmlformats.org/drawingml/2006/main">
              <a:ext uri="{FF2B5EF4-FFF2-40B4-BE49-F238E27FC236}">
                <a16:creationId xmlns:a16="http://schemas.microsoft.com/office/drawing/2014/main" id="{1B7B6503-3688-4F95-96A8-F5382CF62297}"/>
              </a:ext>
            </a:extLst>
          </p:cNvPr>
          <p:cNvSpPr>
            <a:spLocks xmlns:a="http://schemas.openxmlformats.org/drawingml/2006/main" noGrp="1"/>
          </p:cNvSpPr>
          <p:nvPr/>
        </p:nvSpPr>
        <p:spPr>
          <a:xfrm xmlns:a="http://schemas.openxmlformats.org/drawingml/2006/main">
            <a:off x="647700" y="34671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909823AB-9077-4CF0-AB18-5C53BF69511B}"/>
              </a:ext>
            </a:extLst>
          </p:cNvPr>
          <p:cNvSpPr>
            <a:spLocks xmlns:a="http://schemas.openxmlformats.org/drawingml/2006/main" noGrp="1"/>
          </p:cNvSpPr>
          <p:nvPr/>
        </p:nvSpPr>
        <p:spPr>
          <a:xfrm xmlns:a="http://schemas.openxmlformats.org/drawingml/2006/main">
            <a:off x="742950" y="35814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Claude Cowork</a:t>
            </a:r>
          </a:p>
        </p:txBody>
      </p:sp>
      <p:sp>
        <p:nvSpPr>
          <p:cNvPr id="42" name="">
            <a:extLst xmlns:a="http://schemas.openxmlformats.org/drawingml/2006/main">
              <a:ext uri="{FF2B5EF4-FFF2-40B4-BE49-F238E27FC236}">
                <a16:creationId xmlns:a16="http://schemas.microsoft.com/office/drawing/2014/main" id="{993E7072-FDDD-4D98-A2AD-C5FB7435C252}"/>
              </a:ext>
            </a:extLst>
          </p:cNvPr>
          <p:cNvSpPr>
            <a:spLocks xmlns:a="http://schemas.openxmlformats.org/drawingml/2006/main" noGrp="1"/>
          </p:cNvSpPr>
          <p:nvPr/>
        </p:nvSpPr>
        <p:spPr>
          <a:xfrm xmlns:a="http://schemas.openxmlformats.org/drawingml/2006/main">
            <a:off x="207645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C6B04E39-EF70-4E3D-92BB-8529864BB6ED}"/>
              </a:ext>
            </a:extLst>
          </p:cNvPr>
          <p:cNvSpPr>
            <a:spLocks xmlns:a="http://schemas.openxmlformats.org/drawingml/2006/main" noGrp="1"/>
          </p:cNvSpPr>
          <p:nvPr/>
        </p:nvSpPr>
        <p:spPr>
          <a:xfrm xmlns:a="http://schemas.openxmlformats.org/drawingml/2006/main">
            <a:off x="217170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Projects instructions / memory</a:t>
            </a:r>
          </a:p>
        </p:txBody>
      </p:sp>
      <p:sp>
        <p:nvSpPr>
          <p:cNvPr id="44" name="">
            <a:extLst xmlns:a="http://schemas.openxmlformats.org/drawingml/2006/main">
              <a:ext uri="{FF2B5EF4-FFF2-40B4-BE49-F238E27FC236}">
                <a16:creationId xmlns:a16="http://schemas.microsoft.com/office/drawing/2014/main" id="{CB523997-48E9-4A55-8758-6BA223152F6A}"/>
              </a:ext>
            </a:extLst>
          </p:cNvPr>
          <p:cNvSpPr>
            <a:spLocks xmlns:a="http://schemas.openxmlformats.org/drawingml/2006/main" noGrp="1"/>
          </p:cNvSpPr>
          <p:nvPr/>
        </p:nvSpPr>
        <p:spPr>
          <a:xfrm xmlns:a="http://schemas.openxmlformats.org/drawingml/2006/main">
            <a:off x="4457700" y="34671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143D14B6-411F-4EC6-B0A2-E454F561C0BE}"/>
              </a:ext>
            </a:extLst>
          </p:cNvPr>
          <p:cNvSpPr>
            <a:spLocks xmlns:a="http://schemas.openxmlformats.org/drawingml/2006/main" noGrp="1"/>
          </p:cNvSpPr>
          <p:nvPr/>
        </p:nvSpPr>
        <p:spPr>
          <a:xfrm xmlns:a="http://schemas.openxmlformats.org/drawingml/2006/main">
            <a:off x="4552950" y="35814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Plugins / sub-agents</a:t>
            </a:r>
          </a:p>
        </p:txBody>
      </p:sp>
      <p:sp>
        <p:nvSpPr>
          <p:cNvPr id="46" name="">
            <a:extLst xmlns:a="http://schemas.openxmlformats.org/drawingml/2006/main">
              <a:ext uri="{FF2B5EF4-FFF2-40B4-BE49-F238E27FC236}">
                <a16:creationId xmlns:a16="http://schemas.microsoft.com/office/drawing/2014/main" id="{7367BBEC-1E06-4629-92CC-A03D68D5E6C2}"/>
              </a:ext>
            </a:extLst>
          </p:cNvPr>
          <p:cNvSpPr>
            <a:spLocks xmlns:a="http://schemas.openxmlformats.org/drawingml/2006/main" noGrp="1"/>
          </p:cNvSpPr>
          <p:nvPr/>
        </p:nvSpPr>
        <p:spPr>
          <a:xfrm xmlns:a="http://schemas.openxmlformats.org/drawingml/2006/main">
            <a:off x="6838950" y="34671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7" name="">
            <a:extLst xmlns:a="http://schemas.openxmlformats.org/drawingml/2006/main">
              <a:ext uri="{FF2B5EF4-FFF2-40B4-BE49-F238E27FC236}">
                <a16:creationId xmlns:a16="http://schemas.microsoft.com/office/drawing/2014/main" id="{233DE863-5E0A-4FA2-9355-A392268F734F}"/>
              </a:ext>
            </a:extLst>
          </p:cNvPr>
          <p:cNvSpPr>
            <a:spLocks xmlns:a="http://schemas.openxmlformats.org/drawingml/2006/main" noGrp="1"/>
          </p:cNvSpPr>
          <p:nvPr/>
        </p:nvSpPr>
        <p:spPr>
          <a:xfrm xmlns:a="http://schemas.openxmlformats.org/drawingml/2006/main">
            <a:off x="6934200" y="35814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Connectors / local MCP</a:t>
            </a:r>
          </a:p>
        </p:txBody>
      </p:sp>
      <p:sp>
        <p:nvSpPr>
          <p:cNvPr id="48" name="">
            <a:extLst xmlns:a="http://schemas.openxmlformats.org/drawingml/2006/main">
              <a:ext uri="{FF2B5EF4-FFF2-40B4-BE49-F238E27FC236}">
                <a16:creationId xmlns:a16="http://schemas.microsoft.com/office/drawing/2014/main" id="{FE21A15E-4940-4596-922C-E9CCCFD82938}"/>
              </a:ext>
            </a:extLst>
          </p:cNvPr>
          <p:cNvSpPr>
            <a:spLocks xmlns:a="http://schemas.openxmlformats.org/drawingml/2006/main" noGrp="1"/>
          </p:cNvSpPr>
          <p:nvPr/>
        </p:nvSpPr>
        <p:spPr>
          <a:xfrm xmlns:a="http://schemas.openxmlformats.org/drawingml/2006/main">
            <a:off x="8839200" y="34671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9" name="">
            <a:extLst xmlns:a="http://schemas.openxmlformats.org/drawingml/2006/main">
              <a:ext uri="{FF2B5EF4-FFF2-40B4-BE49-F238E27FC236}">
                <a16:creationId xmlns:a16="http://schemas.microsoft.com/office/drawing/2014/main" id="{404FE5C9-671B-4904-A9D1-B28DA3D72339}"/>
              </a:ext>
            </a:extLst>
          </p:cNvPr>
          <p:cNvSpPr>
            <a:spLocks xmlns:a="http://schemas.openxmlformats.org/drawingml/2006/main" noGrp="1"/>
          </p:cNvSpPr>
          <p:nvPr/>
        </p:nvSpPr>
        <p:spPr>
          <a:xfrm xmlns:a="http://schemas.openxmlformats.org/drawingml/2006/main">
            <a:off x="8934450" y="35814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docs / sheets / slides / artifacts</a:t>
            </a:r>
          </a:p>
        </p:txBody>
      </p:sp>
      <p:sp>
        <p:nvSpPr>
          <p:cNvPr id="50" name="">
            <a:extLst xmlns:a="http://schemas.openxmlformats.org/drawingml/2006/main">
              <a:ext uri="{FF2B5EF4-FFF2-40B4-BE49-F238E27FC236}">
                <a16:creationId xmlns:a16="http://schemas.microsoft.com/office/drawing/2014/main" id="{BF532739-815F-4F0A-A0B2-8D9C0FC985CB}"/>
              </a:ext>
            </a:extLst>
          </p:cNvPr>
          <p:cNvSpPr>
            <a:spLocks xmlns:a="http://schemas.openxmlformats.org/drawingml/2006/main" noGrp="1"/>
          </p:cNvSpPr>
          <p:nvPr/>
        </p:nvSpPr>
        <p:spPr>
          <a:xfrm xmlns:a="http://schemas.openxmlformats.org/drawingml/2006/main">
            <a:off x="647700" y="421005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1" name="">
            <a:extLst xmlns:a="http://schemas.openxmlformats.org/drawingml/2006/main">
              <a:ext uri="{FF2B5EF4-FFF2-40B4-BE49-F238E27FC236}">
                <a16:creationId xmlns:a16="http://schemas.microsoft.com/office/drawing/2014/main" id="{72788A45-A7E2-4640-BC50-363AA025CE6B}"/>
              </a:ext>
            </a:extLst>
          </p:cNvPr>
          <p:cNvSpPr>
            <a:spLocks xmlns:a="http://schemas.openxmlformats.org/drawingml/2006/main" noGrp="1"/>
          </p:cNvSpPr>
          <p:nvPr/>
        </p:nvSpPr>
        <p:spPr>
          <a:xfrm xmlns:a="http://schemas.openxmlformats.org/drawingml/2006/main">
            <a:off x="742950" y="432435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Kiro</a:t>
            </a:r>
          </a:p>
        </p:txBody>
      </p:sp>
      <p:sp>
        <p:nvSpPr>
          <p:cNvPr id="52" name="">
            <a:extLst xmlns:a="http://schemas.openxmlformats.org/drawingml/2006/main">
              <a:ext uri="{FF2B5EF4-FFF2-40B4-BE49-F238E27FC236}">
                <a16:creationId xmlns:a16="http://schemas.microsoft.com/office/drawing/2014/main" id="{78DA3699-5834-42A4-A9AF-806538FC33FE}"/>
              </a:ext>
            </a:extLst>
          </p:cNvPr>
          <p:cNvSpPr>
            <a:spLocks xmlns:a="http://schemas.openxmlformats.org/drawingml/2006/main" noGrp="1"/>
          </p:cNvSpPr>
          <p:nvPr/>
        </p:nvSpPr>
        <p:spPr>
          <a:xfrm xmlns:a="http://schemas.openxmlformats.org/drawingml/2006/main">
            <a:off x="207645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3" name="">
            <a:extLst xmlns:a="http://schemas.openxmlformats.org/drawingml/2006/main">
              <a:ext uri="{FF2B5EF4-FFF2-40B4-BE49-F238E27FC236}">
                <a16:creationId xmlns:a16="http://schemas.microsoft.com/office/drawing/2014/main" id="{7D4C8B11-462A-4B94-BA1B-B94671A26E21}"/>
              </a:ext>
            </a:extLst>
          </p:cNvPr>
          <p:cNvSpPr>
            <a:spLocks xmlns:a="http://schemas.openxmlformats.org/drawingml/2006/main" noGrp="1"/>
          </p:cNvSpPr>
          <p:nvPr/>
        </p:nvSpPr>
        <p:spPr>
          <a:xfrm xmlns:a="http://schemas.openxmlformats.org/drawingml/2006/main">
            <a:off x="217170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Steering / AGENTS.md</a:t>
            </a:r>
          </a:p>
        </p:txBody>
      </p:sp>
      <p:sp>
        <p:nvSpPr>
          <p:cNvPr id="54" name="">
            <a:extLst xmlns:a="http://schemas.openxmlformats.org/drawingml/2006/main">
              <a:ext uri="{FF2B5EF4-FFF2-40B4-BE49-F238E27FC236}">
                <a16:creationId xmlns:a16="http://schemas.microsoft.com/office/drawing/2014/main" id="{9BE13376-EBEC-4800-B33C-125D44FAA45C}"/>
              </a:ext>
            </a:extLst>
          </p:cNvPr>
          <p:cNvSpPr>
            <a:spLocks xmlns:a="http://schemas.openxmlformats.org/drawingml/2006/main" noGrp="1"/>
          </p:cNvSpPr>
          <p:nvPr/>
        </p:nvSpPr>
        <p:spPr>
          <a:xfrm xmlns:a="http://schemas.openxmlformats.org/drawingml/2006/main">
            <a:off x="4457700" y="421005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5" name="">
            <a:extLst xmlns:a="http://schemas.openxmlformats.org/drawingml/2006/main">
              <a:ext uri="{FF2B5EF4-FFF2-40B4-BE49-F238E27FC236}">
                <a16:creationId xmlns:a16="http://schemas.microsoft.com/office/drawing/2014/main" id="{34CE29C0-DE45-4209-B557-CE0CC2647CCE}"/>
              </a:ext>
            </a:extLst>
          </p:cNvPr>
          <p:cNvSpPr>
            <a:spLocks xmlns:a="http://schemas.openxmlformats.org/drawingml/2006/main" noGrp="1"/>
          </p:cNvSpPr>
          <p:nvPr/>
        </p:nvSpPr>
        <p:spPr>
          <a:xfrm xmlns:a="http://schemas.openxmlformats.org/drawingml/2006/main">
            <a:off x="4552950" y="432435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Powers / Hooks</a:t>
            </a:r>
          </a:p>
        </p:txBody>
      </p:sp>
      <p:sp>
        <p:nvSpPr>
          <p:cNvPr id="56" name="">
            <a:extLst xmlns:a="http://schemas.openxmlformats.org/drawingml/2006/main">
              <a:ext uri="{FF2B5EF4-FFF2-40B4-BE49-F238E27FC236}">
                <a16:creationId xmlns:a16="http://schemas.microsoft.com/office/drawing/2014/main" id="{45D414E1-1E76-4684-9A13-3FE302F52DCF}"/>
              </a:ext>
            </a:extLst>
          </p:cNvPr>
          <p:cNvSpPr>
            <a:spLocks xmlns:a="http://schemas.openxmlformats.org/drawingml/2006/main" noGrp="1"/>
          </p:cNvSpPr>
          <p:nvPr/>
        </p:nvSpPr>
        <p:spPr>
          <a:xfrm xmlns:a="http://schemas.openxmlformats.org/drawingml/2006/main">
            <a:off x="6838950" y="421005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7" name="">
            <a:extLst xmlns:a="http://schemas.openxmlformats.org/drawingml/2006/main">
              <a:ext uri="{FF2B5EF4-FFF2-40B4-BE49-F238E27FC236}">
                <a16:creationId xmlns:a16="http://schemas.microsoft.com/office/drawing/2014/main" id="{8BD3BD65-85EF-4D20-9F3A-7F9E4205D462}"/>
              </a:ext>
            </a:extLst>
          </p:cNvPr>
          <p:cNvSpPr>
            <a:spLocks xmlns:a="http://schemas.openxmlformats.org/drawingml/2006/main" noGrp="1"/>
          </p:cNvSpPr>
          <p:nvPr/>
        </p:nvSpPr>
        <p:spPr>
          <a:xfrm xmlns:a="http://schemas.openxmlformats.org/drawingml/2006/main">
            <a:off x="6934200" y="432435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 Powers内MCP</a:t>
            </a:r>
          </a:p>
        </p:txBody>
      </p:sp>
      <p:sp>
        <p:nvSpPr>
          <p:cNvPr id="58" name="">
            <a:extLst xmlns:a="http://schemas.openxmlformats.org/drawingml/2006/main">
              <a:ext uri="{FF2B5EF4-FFF2-40B4-BE49-F238E27FC236}">
                <a16:creationId xmlns:a16="http://schemas.microsoft.com/office/drawing/2014/main" id="{A1696D18-6848-4943-9CA7-0213925CEA7B}"/>
              </a:ext>
            </a:extLst>
          </p:cNvPr>
          <p:cNvSpPr>
            <a:spLocks xmlns:a="http://schemas.openxmlformats.org/drawingml/2006/main" noGrp="1"/>
          </p:cNvSpPr>
          <p:nvPr/>
        </p:nvSpPr>
        <p:spPr>
          <a:xfrm xmlns:a="http://schemas.openxmlformats.org/drawingml/2006/main">
            <a:off x="8839200" y="421005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59" name="">
            <a:extLst xmlns:a="http://schemas.openxmlformats.org/drawingml/2006/main">
              <a:ext uri="{FF2B5EF4-FFF2-40B4-BE49-F238E27FC236}">
                <a16:creationId xmlns:a16="http://schemas.microsoft.com/office/drawing/2014/main" id="{B5364AD1-9C96-4808-80CC-32B13E7F2E61}"/>
              </a:ext>
            </a:extLst>
          </p:cNvPr>
          <p:cNvSpPr>
            <a:spLocks xmlns:a="http://schemas.openxmlformats.org/drawingml/2006/main" noGrp="1"/>
          </p:cNvSpPr>
          <p:nvPr/>
        </p:nvSpPr>
        <p:spPr>
          <a:xfrm xmlns:a="http://schemas.openxmlformats.org/drawingml/2006/main">
            <a:off x="8934450" y="432435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Specs / tasks / checkpoints</a:t>
            </a:r>
          </a:p>
        </p:txBody>
      </p:sp>
      <p:sp>
        <p:nvSpPr>
          <p:cNvPr id="60" name="">
            <a:extLst xmlns:a="http://schemas.openxmlformats.org/drawingml/2006/main">
              <a:ext uri="{FF2B5EF4-FFF2-40B4-BE49-F238E27FC236}">
                <a16:creationId xmlns:a16="http://schemas.microsoft.com/office/drawing/2014/main" id="{8B75A943-02F8-4062-BA4B-640F538C79D9}"/>
              </a:ext>
            </a:extLst>
          </p:cNvPr>
          <p:cNvSpPr>
            <a:spLocks xmlns:a="http://schemas.openxmlformats.org/drawingml/2006/main" noGrp="1"/>
          </p:cNvSpPr>
          <p:nvPr/>
        </p:nvSpPr>
        <p:spPr>
          <a:xfrm xmlns:a="http://schemas.openxmlformats.org/drawingml/2006/main">
            <a:off x="647700" y="4953000"/>
            <a:ext cx="14287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1" name="">
            <a:extLst xmlns:a="http://schemas.openxmlformats.org/drawingml/2006/main">
              <a:ext uri="{FF2B5EF4-FFF2-40B4-BE49-F238E27FC236}">
                <a16:creationId xmlns:a16="http://schemas.microsoft.com/office/drawing/2014/main" id="{A806469D-27DC-4A43-8B0D-C2D3CABD0D11}"/>
              </a:ext>
            </a:extLst>
          </p:cNvPr>
          <p:cNvSpPr>
            <a:spLocks xmlns:a="http://schemas.openxmlformats.org/drawingml/2006/main" noGrp="1"/>
          </p:cNvSpPr>
          <p:nvPr/>
        </p:nvSpPr>
        <p:spPr>
          <a:xfrm xmlns:a="http://schemas.openxmlformats.org/drawingml/2006/main">
            <a:off x="742950" y="5067300"/>
            <a:ext cx="123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Antigravity</a:t>
            </a:r>
          </a:p>
        </p:txBody>
      </p:sp>
      <p:sp>
        <p:nvSpPr>
          <p:cNvPr id="62" name="">
            <a:extLst xmlns:a="http://schemas.openxmlformats.org/drawingml/2006/main">
              <a:ext uri="{FF2B5EF4-FFF2-40B4-BE49-F238E27FC236}">
                <a16:creationId xmlns:a16="http://schemas.microsoft.com/office/drawing/2014/main" id="{33D7FB4B-4CB6-4633-86A2-6DDD2F53E3E2}"/>
              </a:ext>
            </a:extLst>
          </p:cNvPr>
          <p:cNvSpPr>
            <a:spLocks xmlns:a="http://schemas.openxmlformats.org/drawingml/2006/main" noGrp="1"/>
          </p:cNvSpPr>
          <p:nvPr/>
        </p:nvSpPr>
        <p:spPr>
          <a:xfrm xmlns:a="http://schemas.openxmlformats.org/drawingml/2006/main">
            <a:off x="207645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3" name="">
            <a:extLst xmlns:a="http://schemas.openxmlformats.org/drawingml/2006/main">
              <a:ext uri="{FF2B5EF4-FFF2-40B4-BE49-F238E27FC236}">
                <a16:creationId xmlns:a16="http://schemas.microsoft.com/office/drawing/2014/main" id="{61D7FE84-74E2-4B23-BDF6-39BF47230062}"/>
              </a:ext>
            </a:extLst>
          </p:cNvPr>
          <p:cNvSpPr>
            <a:spLocks xmlns:a="http://schemas.openxmlformats.org/drawingml/2006/main" noGrp="1"/>
          </p:cNvSpPr>
          <p:nvPr/>
        </p:nvSpPr>
        <p:spPr>
          <a:xfrm xmlns:a="http://schemas.openxmlformats.org/drawingml/2006/main">
            <a:off x="217170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Rules / GEMINI.md</a:t>
            </a:r>
          </a:p>
        </p:txBody>
      </p:sp>
      <p:sp>
        <p:nvSpPr>
          <p:cNvPr id="64" name="">
            <a:extLst xmlns:a="http://schemas.openxmlformats.org/drawingml/2006/main">
              <a:ext uri="{FF2B5EF4-FFF2-40B4-BE49-F238E27FC236}">
                <a16:creationId xmlns:a16="http://schemas.microsoft.com/office/drawing/2014/main" id="{2838F289-B35E-4ACC-B35C-4A218D102E8D}"/>
              </a:ext>
            </a:extLst>
          </p:cNvPr>
          <p:cNvSpPr>
            <a:spLocks xmlns:a="http://schemas.openxmlformats.org/drawingml/2006/main" noGrp="1"/>
          </p:cNvSpPr>
          <p:nvPr/>
        </p:nvSpPr>
        <p:spPr>
          <a:xfrm xmlns:a="http://schemas.openxmlformats.org/drawingml/2006/main">
            <a:off x="4457700" y="4953000"/>
            <a:ext cx="2381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5" name="">
            <a:extLst xmlns:a="http://schemas.openxmlformats.org/drawingml/2006/main">
              <a:ext uri="{FF2B5EF4-FFF2-40B4-BE49-F238E27FC236}">
                <a16:creationId xmlns:a16="http://schemas.microsoft.com/office/drawing/2014/main" id="{4798A960-055D-453B-A9EB-B3AE47660C7A}"/>
              </a:ext>
            </a:extLst>
          </p:cNvPr>
          <p:cNvSpPr>
            <a:spLocks xmlns:a="http://schemas.openxmlformats.org/drawingml/2006/main" noGrp="1"/>
          </p:cNvSpPr>
          <p:nvPr/>
        </p:nvSpPr>
        <p:spPr>
          <a:xfrm xmlns:a="http://schemas.openxmlformats.org/drawingml/2006/main">
            <a:off x="4552950" y="5067300"/>
            <a:ext cx="2190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Skills / Workflows / Plugins</a:t>
            </a:r>
          </a:p>
        </p:txBody>
      </p:sp>
      <p:sp>
        <p:nvSpPr>
          <p:cNvPr id="66" name="">
            <a:extLst xmlns:a="http://schemas.openxmlformats.org/drawingml/2006/main">
              <a:ext uri="{FF2B5EF4-FFF2-40B4-BE49-F238E27FC236}">
                <a16:creationId xmlns:a16="http://schemas.microsoft.com/office/drawing/2014/main" id="{49477B7C-0C74-410F-A6B3-73664216B5C3}"/>
              </a:ext>
            </a:extLst>
          </p:cNvPr>
          <p:cNvSpPr>
            <a:spLocks xmlns:a="http://schemas.openxmlformats.org/drawingml/2006/main" noGrp="1"/>
          </p:cNvSpPr>
          <p:nvPr/>
        </p:nvSpPr>
        <p:spPr>
          <a:xfrm xmlns:a="http://schemas.openxmlformats.org/drawingml/2006/main">
            <a:off x="6838950" y="4953000"/>
            <a:ext cx="200025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7" name="">
            <a:extLst xmlns:a="http://schemas.openxmlformats.org/drawingml/2006/main">
              <a:ext uri="{FF2B5EF4-FFF2-40B4-BE49-F238E27FC236}">
                <a16:creationId xmlns:a16="http://schemas.microsoft.com/office/drawing/2014/main" id="{E3978E5A-33EA-4C7D-B8E2-2430D597AED9}"/>
              </a:ext>
            </a:extLst>
          </p:cNvPr>
          <p:cNvSpPr>
            <a:spLocks xmlns:a="http://schemas.openxmlformats.org/drawingml/2006/main" noGrp="1"/>
          </p:cNvSpPr>
          <p:nvPr/>
        </p:nvSpPr>
        <p:spPr>
          <a:xfrm xmlns:a="http://schemas.openxmlformats.org/drawingml/2006/main">
            <a:off x="6934200" y="5067300"/>
            <a:ext cx="180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MCP Store</a:t>
            </a:r>
          </a:p>
        </p:txBody>
      </p:sp>
      <p:sp>
        <p:nvSpPr>
          <p:cNvPr id="68" name="">
            <a:extLst xmlns:a="http://schemas.openxmlformats.org/drawingml/2006/main">
              <a:ext uri="{FF2B5EF4-FFF2-40B4-BE49-F238E27FC236}">
                <a16:creationId xmlns:a16="http://schemas.microsoft.com/office/drawing/2014/main" id="{432B2619-F774-4728-BBC3-59F7F0542761}"/>
              </a:ext>
            </a:extLst>
          </p:cNvPr>
          <p:cNvSpPr>
            <a:spLocks xmlns:a="http://schemas.openxmlformats.org/drawingml/2006/main" noGrp="1"/>
          </p:cNvSpPr>
          <p:nvPr/>
        </p:nvSpPr>
        <p:spPr>
          <a:xfrm xmlns:a="http://schemas.openxmlformats.org/drawingml/2006/main">
            <a:off x="8839200" y="4953000"/>
            <a:ext cx="2705100" cy="74295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69" name="">
            <a:extLst xmlns:a="http://schemas.openxmlformats.org/drawingml/2006/main">
              <a:ext uri="{FF2B5EF4-FFF2-40B4-BE49-F238E27FC236}">
                <a16:creationId xmlns:a16="http://schemas.microsoft.com/office/drawing/2014/main" id="{441AC6FC-CE33-4619-BF03-6DA17FFA6DB9}"/>
              </a:ext>
            </a:extLst>
          </p:cNvPr>
          <p:cNvSpPr>
            <a:spLocks xmlns:a="http://schemas.openxmlformats.org/drawingml/2006/main" noGrp="1"/>
          </p:cNvSpPr>
          <p:nvPr/>
        </p:nvSpPr>
        <p:spPr>
          <a:xfrm xmlns:a="http://schemas.openxmlformats.org/drawingml/2006/main">
            <a:off x="8934450" y="50673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Artifacts / plan / diff / recording</a:t>
            </a:r>
          </a:p>
        </p:txBody>
      </p:sp>
    </p:spTree>
    <p:extLst>
      <p:ext uri="{BB962C8B-B14F-4D97-AF65-F5344CB8AC3E}">
        <p14:creationId xmlns:p14="http://schemas.microsoft.com/office/powerpoint/2010/main" val="101826840"/>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TERMS  |  DO NOT MIX</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SteeringとPowersはKiroの正式機能名です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06 / 26</a:t>
            </a:r>
          </a:p>
        </p:txBody>
      </p:sp>
      <p:sp>
        <p:nvSpPr>
          <p:cNvPr id="10" name="">
            <a:extLst xmlns:a="http://schemas.openxmlformats.org/drawingml/2006/main">
              <a:ext uri="{FF2B5EF4-FFF2-40B4-BE49-F238E27FC236}">
                <a16:creationId xmlns:a16="http://schemas.microsoft.com/office/drawing/2014/main" id="{9DEDFC08-DA8F-4058-9D2B-09178C1E5A9F}"/>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1ECA2FC7-ADFD-459F-A376-2E189D4214DC}"/>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7B61A8"/>
                </a:solidFill>
                <a:latin typeface="Yu Gothic UI"/>
                <a:ea typeface="Yu Gothic UI"/>
                <a:cs typeface="Yu Gothic UI"/>
              </a:defRPr>
            </a:pPr>
            <a:r>
              <a:rPr sz="1875" b="1">
                <a:solidFill>
                  <a:srgbClr val="7B61A8"/>
                </a:solidFill>
                <a:latin typeface="Yu Gothic UI"/>
                <a:ea typeface="Yu Gothic UI"/>
                <a:cs typeface="Yu Gothic UI"/>
              </a:rPr>
              <a:t>KIRO</a:t>
            </a:r>
          </a:p>
        </p:txBody>
      </p:sp>
      <p:sp>
        <p:nvSpPr>
          <p:cNvPr id="12" name="">
            <a:extLst xmlns:a="http://schemas.openxmlformats.org/drawingml/2006/main">
              <a:ext uri="{FF2B5EF4-FFF2-40B4-BE49-F238E27FC236}">
                <a16:creationId xmlns:a16="http://schemas.microsoft.com/office/drawing/2014/main" id="{44675F47-A3E8-4097-8379-128B17CA2017}"/>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9523724-FBA9-4F10-BCA5-15B9AC1F137A}"/>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STEERING</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Markdownで知識・規約・技術選定を持続。</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always / fileMatch / manual / autoで読込み。</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POWER.md + MCP設定 + 任意のSteering / Hooks。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必要な専門能力だけを動的に読み込む。</a:t>
            </a:r>
          </a:p>
        </p:txBody>
      </p:sp>
      <p:sp>
        <p:nvSpPr>
          <p:cNvPr id="14" name="">
            <a:extLst xmlns:a="http://schemas.openxmlformats.org/drawingml/2006/main">
              <a:ext uri="{FF2B5EF4-FFF2-40B4-BE49-F238E27FC236}">
                <a16:creationId xmlns:a16="http://schemas.microsoft.com/office/drawing/2014/main" id="{F6F6F0BD-DF43-4D07-BDA3-889CF00428F4}"/>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9EEF85C-D456-4FC9-82EE-F595602FBECC}"/>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ANTIGRAVITY</a:t>
            </a:r>
          </a:p>
        </p:txBody>
      </p:sp>
      <p:sp>
        <p:nvSpPr>
          <p:cNvPr id="16" name="">
            <a:extLst xmlns:a="http://schemas.openxmlformats.org/drawingml/2006/main">
              <a:ext uri="{FF2B5EF4-FFF2-40B4-BE49-F238E27FC236}">
                <a16:creationId xmlns:a16="http://schemas.microsoft.com/office/drawing/2014/main" id="{A07D583A-8193-453D-9168-E1368162F80B}"/>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8662B9A-51F6-41AB-BD75-5C47702ACEFA}"/>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RULES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持続するプロジェクト指示。</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WORKFLOWS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Slash Commandで呼ぶ反復手順。</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SKILLS / MCP / ARTIFACTS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再利用能力、外部接続、計画・差分・録画。</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KiroのSteering / Powersという機能名は付けない。</a:t>
            </a:r>
          </a:p>
        </p:txBody>
      </p:sp>
    </p:spTree>
    <p:extLst>
      <p:ext uri="{BB962C8B-B14F-4D97-AF65-F5344CB8AC3E}">
        <p14:creationId xmlns:p14="http://schemas.microsoft.com/office/powerpoint/2010/main" val="101826840"/>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RUN OF SHOW  |  30 MINUTES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進行は7プロンプト。30分を超えたら完成済み成果物へ切り替えます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07 / 26</a:t>
            </a:r>
          </a:p>
        </p:txBody>
      </p:sp>
      <p:sp>
        <p:nvSpPr>
          <p:cNvPr id="10" name="">
            <a:extLst xmlns:a="http://schemas.openxmlformats.org/drawingml/2006/main">
              <a:ext uri="{FF2B5EF4-FFF2-40B4-BE49-F238E27FC236}">
                <a16:creationId xmlns:a16="http://schemas.microsoft.com/office/drawing/2014/main" id="{B1125443-7C4A-4E3F-9A03-717F5F30140E}"/>
              </a:ext>
            </a:extLst>
          </p:cNvPr>
          <p:cNvSpPr>
            <a:spLocks xmlns:a="http://schemas.openxmlformats.org/drawingml/2006/main" noGrp="1"/>
          </p:cNvSpPr>
          <p:nvPr/>
        </p:nvSpPr>
        <p:spPr>
          <a:xfrm xmlns:a="http://schemas.openxmlformats.org/drawingml/2006/main">
            <a:off x="647700" y="16002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00:00–03:00</a:t>
            </a:r>
          </a:p>
        </p:txBody>
      </p:sp>
      <p:sp>
        <p:nvSpPr>
          <p:cNvPr id="11" name="">
            <a:extLst xmlns:a="http://schemas.openxmlformats.org/drawingml/2006/main">
              <a:ext uri="{FF2B5EF4-FFF2-40B4-BE49-F238E27FC236}">
                <a16:creationId xmlns:a16="http://schemas.microsoft.com/office/drawing/2014/main" id="{4CE3CA00-75D7-462D-8B01-C7CD2F478043}"/>
              </a:ext>
            </a:extLst>
          </p:cNvPr>
          <p:cNvSpPr>
            <a:spLocks xmlns:a="http://schemas.openxmlformats.org/drawingml/2006/main" noGrp="1"/>
          </p:cNvSpPr>
          <p:nvPr/>
        </p:nvSpPr>
        <p:spPr>
          <a:xfrm xmlns:a="http://schemas.openxmlformats.org/drawingml/2006/main">
            <a:off x="2705100" y="16478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5製品とゴール</a:t>
            </a:r>
          </a:p>
        </p:txBody>
      </p:sp>
      <p:sp>
        <p:nvSpPr>
          <p:cNvPr id="12" name="">
            <a:extLst xmlns:a="http://schemas.openxmlformats.org/drawingml/2006/main">
              <a:ext uri="{FF2B5EF4-FFF2-40B4-BE49-F238E27FC236}">
                <a16:creationId xmlns:a16="http://schemas.microsoft.com/office/drawing/2014/main" id="{5CDA5335-A249-440B-B816-3DAAA8D9EB26}"/>
              </a:ext>
            </a:extLst>
          </p:cNvPr>
          <p:cNvSpPr>
            <a:spLocks xmlns:a="http://schemas.openxmlformats.org/drawingml/2006/main" noGrp="1"/>
          </p:cNvSpPr>
          <p:nvPr/>
        </p:nvSpPr>
        <p:spPr>
          <a:xfrm xmlns:a="http://schemas.openxmlformats.org/drawingml/2006/main">
            <a:off x="5334000" y="16573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何を見せるデモかを固定</a:t>
            </a:r>
          </a:p>
        </p:txBody>
      </p:sp>
      <p:sp>
        <p:nvSpPr>
          <p:cNvPr id="13" name="">
            <a:extLst xmlns:a="http://schemas.openxmlformats.org/drawingml/2006/main">
              <a:ext uri="{FF2B5EF4-FFF2-40B4-BE49-F238E27FC236}">
                <a16:creationId xmlns:a16="http://schemas.microsoft.com/office/drawing/2014/main" id="{E87BAB1E-B2A5-4528-A542-1B5A9D81DF83}"/>
              </a:ext>
            </a:extLst>
          </p:cNvPr>
          <p:cNvSpPr>
            <a:spLocks xmlns:a="http://schemas.openxmlformats.org/drawingml/2006/main" noGrp="1"/>
          </p:cNvSpPr>
          <p:nvPr/>
        </p:nvSpPr>
        <p:spPr>
          <a:xfrm xmlns:a="http://schemas.openxmlformats.org/drawingml/2006/main">
            <a:off x="647700" y="2190750"/>
            <a:ext cx="1809750" cy="419100"/>
          </a:xfrm>
          <a:prstGeom xmlns:a="http://schemas.openxmlformats.org/drawingml/2006/main" prst="roundRect">
            <a:avLst>
              <a:gd name="adj" fmla="val 1818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03:00–06:00</a:t>
            </a:r>
          </a:p>
        </p:txBody>
      </p:sp>
      <p:sp>
        <p:nvSpPr>
          <p:cNvPr id="14" name="">
            <a:extLst xmlns:a="http://schemas.openxmlformats.org/drawingml/2006/main">
              <a:ext uri="{FF2B5EF4-FFF2-40B4-BE49-F238E27FC236}">
                <a16:creationId xmlns:a16="http://schemas.microsoft.com/office/drawing/2014/main" id="{894BBD81-9879-4D01-AC16-526E5EF521F9}"/>
              </a:ext>
            </a:extLst>
          </p:cNvPr>
          <p:cNvSpPr>
            <a:spLocks xmlns:a="http://schemas.openxmlformats.org/drawingml/2006/main" noGrp="1"/>
          </p:cNvSpPr>
          <p:nvPr/>
        </p:nvSpPr>
        <p:spPr>
          <a:xfrm xmlns:a="http://schemas.openxmlformats.org/drawingml/2006/main">
            <a:off x="2705100" y="22383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/grill-me</a:t>
            </a:r>
          </a:p>
        </p:txBody>
      </p:sp>
      <p:sp>
        <p:nvSpPr>
          <p:cNvPr id="15" name="">
            <a:extLst xmlns:a="http://schemas.openxmlformats.org/drawingml/2006/main">
              <a:ext uri="{FF2B5EF4-FFF2-40B4-BE49-F238E27FC236}">
                <a16:creationId xmlns:a16="http://schemas.microsoft.com/office/drawing/2014/main" id="{30615854-9470-41AB-94C1-B95196BF026C}"/>
              </a:ext>
            </a:extLst>
          </p:cNvPr>
          <p:cNvSpPr>
            <a:spLocks xmlns:a="http://schemas.openxmlformats.org/drawingml/2006/main" noGrp="1"/>
          </p:cNvSpPr>
          <p:nvPr/>
        </p:nvSpPr>
        <p:spPr>
          <a:xfrm xmlns:a="http://schemas.openxmlformats.org/drawingml/2006/main">
            <a:off x="5334000" y="224790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最大2問で要件を固める</a:t>
            </a:r>
          </a:p>
        </p:txBody>
      </p:sp>
      <p:sp>
        <p:nvSpPr>
          <p:cNvPr id="16" name="">
            <a:extLst xmlns:a="http://schemas.openxmlformats.org/drawingml/2006/main">
              <a:ext uri="{FF2B5EF4-FFF2-40B4-BE49-F238E27FC236}">
                <a16:creationId xmlns:a16="http://schemas.microsoft.com/office/drawing/2014/main" id="{1CF2F5E0-4DA0-43F2-A9DC-86476853E553}"/>
              </a:ext>
            </a:extLst>
          </p:cNvPr>
          <p:cNvSpPr>
            <a:spLocks xmlns:a="http://schemas.openxmlformats.org/drawingml/2006/main" noGrp="1"/>
          </p:cNvSpPr>
          <p:nvPr/>
        </p:nvSpPr>
        <p:spPr>
          <a:xfrm xmlns:a="http://schemas.openxmlformats.org/drawingml/2006/main">
            <a:off x="647700" y="27813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06:00–11:00</a:t>
            </a:r>
          </a:p>
        </p:txBody>
      </p:sp>
      <p:sp>
        <p:nvSpPr>
          <p:cNvPr id="17" name="">
            <a:extLst xmlns:a="http://schemas.openxmlformats.org/drawingml/2006/main">
              <a:ext uri="{FF2B5EF4-FFF2-40B4-BE49-F238E27FC236}">
                <a16:creationId xmlns:a16="http://schemas.microsoft.com/office/drawing/2014/main" id="{29BF38A3-A272-4CDE-A786-11A1A73D58A1}"/>
              </a:ext>
            </a:extLst>
          </p:cNvPr>
          <p:cNvSpPr>
            <a:spLocks xmlns:a="http://schemas.openxmlformats.org/drawingml/2006/main" noGrp="1"/>
          </p:cNvSpPr>
          <p:nvPr/>
        </p:nvSpPr>
        <p:spPr>
          <a:xfrm xmlns:a="http://schemas.openxmlformats.org/drawingml/2006/main">
            <a:off x="2705100" y="28289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/find-skills + install</a:t>
            </a:r>
          </a:p>
        </p:txBody>
      </p:sp>
      <p:sp>
        <p:nvSpPr>
          <p:cNvPr id="18" name="">
            <a:extLst xmlns:a="http://schemas.openxmlformats.org/drawingml/2006/main">
              <a:ext uri="{FF2B5EF4-FFF2-40B4-BE49-F238E27FC236}">
                <a16:creationId xmlns:a16="http://schemas.microsoft.com/office/drawing/2014/main" id="{C4AD4684-661D-44D1-8E9D-FC5DD8045CC7}"/>
              </a:ext>
            </a:extLst>
          </p:cNvPr>
          <p:cNvSpPr>
            <a:spLocks xmlns:a="http://schemas.openxmlformats.org/drawingml/2006/main" noGrp="1"/>
          </p:cNvSpPr>
          <p:nvPr/>
        </p:nvSpPr>
        <p:spPr>
          <a:xfrm xmlns:a="http://schemas.openxmlformats.org/drawingml/2006/main">
            <a:off x="5334000" y="28384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探す → 評価 → 専用環境へ導入</a:t>
            </a:r>
          </a:p>
        </p:txBody>
      </p:sp>
      <p:sp>
        <p:nvSpPr>
          <p:cNvPr id="19" name="">
            <a:extLst xmlns:a="http://schemas.openxmlformats.org/drawingml/2006/main">
              <a:ext uri="{FF2B5EF4-FFF2-40B4-BE49-F238E27FC236}">
                <a16:creationId xmlns:a16="http://schemas.microsoft.com/office/drawing/2014/main" id="{F8B49C11-D15B-44A0-8EC2-6DDF037C275B}"/>
              </a:ext>
            </a:extLst>
          </p:cNvPr>
          <p:cNvSpPr>
            <a:spLocks xmlns:a="http://schemas.openxmlformats.org/drawingml/2006/main" noGrp="1"/>
          </p:cNvSpPr>
          <p:nvPr/>
        </p:nvSpPr>
        <p:spPr>
          <a:xfrm xmlns:a="http://schemas.openxmlformats.org/drawingml/2006/main">
            <a:off x="647700" y="3371850"/>
            <a:ext cx="1809750" cy="419100"/>
          </a:xfrm>
          <a:prstGeom xmlns:a="http://schemas.openxmlformats.org/drawingml/2006/main" prst="roundRect">
            <a:avLst>
              <a:gd name="adj" fmla="val 1818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11:00–17:00</a:t>
            </a:r>
          </a:p>
        </p:txBody>
      </p:sp>
      <p:sp>
        <p:nvSpPr>
          <p:cNvPr id="20" name="">
            <a:extLst xmlns:a="http://schemas.openxmlformats.org/drawingml/2006/main">
              <a:ext uri="{FF2B5EF4-FFF2-40B4-BE49-F238E27FC236}">
                <a16:creationId xmlns:a16="http://schemas.microsoft.com/office/drawing/2014/main" id="{7E7022A5-15EA-43CE-AF53-BBC64557BBDF}"/>
              </a:ext>
            </a:extLst>
          </p:cNvPr>
          <p:cNvSpPr>
            <a:spLocks xmlns:a="http://schemas.openxmlformats.org/drawingml/2006/main" noGrp="1"/>
          </p:cNvSpPr>
          <p:nvPr/>
        </p:nvSpPr>
        <p:spPr>
          <a:xfrm xmlns:a="http://schemas.openxmlformats.org/drawingml/2006/main">
            <a:off x="2705100" y="34194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Build</a:t>
            </a:r>
          </a:p>
        </p:txBody>
      </p:sp>
      <p:sp>
        <p:nvSpPr>
          <p:cNvPr id="21" name="">
            <a:extLst xmlns:a="http://schemas.openxmlformats.org/drawingml/2006/main">
              <a:ext uri="{FF2B5EF4-FFF2-40B4-BE49-F238E27FC236}">
                <a16:creationId xmlns:a16="http://schemas.microsoft.com/office/drawing/2014/main" id="{81981841-3D55-4A6F-AB60-5CB93C57202A}"/>
              </a:ext>
            </a:extLst>
          </p:cNvPr>
          <p:cNvSpPr>
            <a:spLocks xmlns:a="http://schemas.openxmlformats.org/drawingml/2006/main" noGrp="1"/>
          </p:cNvSpPr>
          <p:nvPr/>
        </p:nvSpPr>
        <p:spPr>
          <a:xfrm xmlns:a="http://schemas.openxmlformats.org/drawingml/2006/main">
            <a:off x="5334000" y="342900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初版5カードを作る</a:t>
            </a:r>
          </a:p>
        </p:txBody>
      </p:sp>
      <p:sp>
        <p:nvSpPr>
          <p:cNvPr id="22" name="">
            <a:extLst xmlns:a="http://schemas.openxmlformats.org/drawingml/2006/main">
              <a:ext uri="{FF2B5EF4-FFF2-40B4-BE49-F238E27FC236}">
                <a16:creationId xmlns:a16="http://schemas.microsoft.com/office/drawing/2014/main" id="{61E02E62-2F39-499B-820A-4E428BF6605B}"/>
              </a:ext>
            </a:extLst>
          </p:cNvPr>
          <p:cNvSpPr>
            <a:spLocks xmlns:a="http://schemas.openxmlformats.org/drawingml/2006/main" noGrp="1"/>
          </p:cNvSpPr>
          <p:nvPr/>
        </p:nvSpPr>
        <p:spPr>
          <a:xfrm xmlns:a="http://schemas.openxmlformats.org/drawingml/2006/main">
            <a:off x="647700" y="39624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17:00–23:00</a:t>
            </a:r>
          </a:p>
        </p:txBody>
      </p:sp>
      <p:sp>
        <p:nvSpPr>
          <p:cNvPr id="23" name="">
            <a:extLst xmlns:a="http://schemas.openxmlformats.org/drawingml/2006/main">
              <a:ext uri="{FF2B5EF4-FFF2-40B4-BE49-F238E27FC236}">
                <a16:creationId xmlns:a16="http://schemas.microsoft.com/office/drawing/2014/main" id="{4C364C0E-9099-4A93-B5D8-10868A6D408B}"/>
              </a:ext>
            </a:extLst>
          </p:cNvPr>
          <p:cNvSpPr>
            <a:spLocks xmlns:a="http://schemas.openxmlformats.org/drawingml/2006/main" noGrp="1"/>
          </p:cNvSpPr>
          <p:nvPr/>
        </p:nvSpPr>
        <p:spPr>
          <a:xfrm xmlns:a="http://schemas.openxmlformats.org/drawingml/2006/main">
            <a:off x="2705100" y="40100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/frontend-design</a:t>
            </a:r>
          </a:p>
        </p:txBody>
      </p:sp>
      <p:sp>
        <p:nvSpPr>
          <p:cNvPr id="24" name="">
            <a:extLst xmlns:a="http://schemas.openxmlformats.org/drawingml/2006/main">
              <a:ext uri="{FF2B5EF4-FFF2-40B4-BE49-F238E27FC236}">
                <a16:creationId xmlns:a16="http://schemas.microsoft.com/office/drawing/2014/main" id="{13CCAC73-80CA-4C72-9081-CACDA412D285}"/>
              </a:ext>
            </a:extLst>
          </p:cNvPr>
          <p:cNvSpPr>
            <a:spLocks xmlns:a="http://schemas.openxmlformats.org/drawingml/2006/main" noGrp="1"/>
          </p:cNvSpPr>
          <p:nvPr/>
        </p:nvSpPr>
        <p:spPr>
          <a:xfrm xmlns:a="http://schemas.openxmlformats.org/drawingml/2006/main">
            <a:off x="5334000" y="40195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絞り込み・比較・品質改善</a:t>
            </a:r>
          </a:p>
        </p:txBody>
      </p:sp>
      <p:sp>
        <p:nvSpPr>
          <p:cNvPr id="25" name="">
            <a:extLst xmlns:a="http://schemas.openxmlformats.org/drawingml/2006/main">
              <a:ext uri="{FF2B5EF4-FFF2-40B4-BE49-F238E27FC236}">
                <a16:creationId xmlns:a16="http://schemas.microsoft.com/office/drawing/2014/main" id="{5CD69DE1-259F-44A1-A713-1A4EC697BF08}"/>
              </a:ext>
            </a:extLst>
          </p:cNvPr>
          <p:cNvSpPr>
            <a:spLocks xmlns:a="http://schemas.openxmlformats.org/drawingml/2006/main" noGrp="1"/>
          </p:cNvSpPr>
          <p:nvPr/>
        </p:nvSpPr>
        <p:spPr>
          <a:xfrm xmlns:a="http://schemas.openxmlformats.org/drawingml/2006/main">
            <a:off x="647700" y="4552950"/>
            <a:ext cx="1809750" cy="419100"/>
          </a:xfrm>
          <a:prstGeom xmlns:a="http://schemas.openxmlformats.org/drawingml/2006/main" prst="roundRect">
            <a:avLst>
              <a:gd name="adj" fmla="val 1818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23:00–25:00</a:t>
            </a:r>
          </a:p>
        </p:txBody>
      </p:sp>
      <p:sp>
        <p:nvSpPr>
          <p:cNvPr id="26" name="">
            <a:extLst xmlns:a="http://schemas.openxmlformats.org/drawingml/2006/main">
              <a:ext uri="{FF2B5EF4-FFF2-40B4-BE49-F238E27FC236}">
                <a16:creationId xmlns:a16="http://schemas.microsoft.com/office/drawing/2014/main" id="{79FF07B5-E9C7-4AA3-8A96-CF79A6A17BEF}"/>
              </a:ext>
            </a:extLst>
          </p:cNvPr>
          <p:cNvSpPr>
            <a:spLocks xmlns:a="http://schemas.openxmlformats.org/drawingml/2006/main" noGrp="1"/>
          </p:cNvSpPr>
          <p:nvPr/>
        </p:nvSpPr>
        <p:spPr>
          <a:xfrm xmlns:a="http://schemas.openxmlformats.org/drawingml/2006/main">
            <a:off x="2705100" y="46005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a:t>
            </a:r>
          </a:p>
        </p:txBody>
      </p:sp>
      <p:sp>
        <p:nvSpPr>
          <p:cNvPr id="27" name="">
            <a:extLst xmlns:a="http://schemas.openxmlformats.org/drawingml/2006/main">
              <a:ext uri="{FF2B5EF4-FFF2-40B4-BE49-F238E27FC236}">
                <a16:creationId xmlns:a16="http://schemas.microsoft.com/office/drawing/2014/main" id="{7D9F9720-E11E-447A-9D48-23DED8FD2BE9}"/>
              </a:ext>
            </a:extLst>
          </p:cNvPr>
          <p:cNvSpPr>
            <a:spLocks xmlns:a="http://schemas.openxmlformats.org/drawingml/2006/main" noGrp="1"/>
          </p:cNvSpPr>
          <p:nvPr/>
        </p:nvSpPr>
        <p:spPr>
          <a:xfrm xmlns:a="http://schemas.openxmlformats.org/drawingml/2006/main">
            <a:off x="5334000" y="461010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公開先を読み取り確認</a:t>
            </a:r>
          </a:p>
        </p:txBody>
      </p:sp>
      <p:sp>
        <p:nvSpPr>
          <p:cNvPr id="28" name="">
            <a:extLst xmlns:a="http://schemas.openxmlformats.org/drawingml/2006/main">
              <a:ext uri="{FF2B5EF4-FFF2-40B4-BE49-F238E27FC236}">
                <a16:creationId xmlns:a16="http://schemas.microsoft.com/office/drawing/2014/main" id="{1669D022-46D0-43C6-8A8A-57036EB756B0}"/>
              </a:ext>
            </a:extLst>
          </p:cNvPr>
          <p:cNvSpPr>
            <a:spLocks xmlns:a="http://schemas.openxmlformats.org/drawingml/2006/main" noGrp="1"/>
          </p:cNvSpPr>
          <p:nvPr/>
        </p:nvSpPr>
        <p:spPr>
          <a:xfrm xmlns:a="http://schemas.openxmlformats.org/drawingml/2006/main">
            <a:off x="647700" y="5143500"/>
            <a:ext cx="1809750" cy="419100"/>
          </a:xfrm>
          <a:prstGeom xmlns:a="http://schemas.openxmlformats.org/drawingml/2006/main" prst="roundRect">
            <a:avLst>
              <a:gd name="adj" fmla="val 18182"/>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25:00–30:00</a:t>
            </a:r>
          </a:p>
        </p:txBody>
      </p:sp>
      <p:sp>
        <p:nvSpPr>
          <p:cNvPr id="29" name="">
            <a:extLst xmlns:a="http://schemas.openxmlformats.org/drawingml/2006/main">
              <a:ext uri="{FF2B5EF4-FFF2-40B4-BE49-F238E27FC236}">
                <a16:creationId xmlns:a16="http://schemas.microsoft.com/office/drawing/2014/main" id="{3955541C-5E15-4E04-B5E0-1C7AA73C2A4E}"/>
              </a:ext>
            </a:extLst>
          </p:cNvPr>
          <p:cNvSpPr>
            <a:spLocks xmlns:a="http://schemas.openxmlformats.org/drawingml/2006/main" noGrp="1"/>
          </p:cNvSpPr>
          <p:nvPr/>
        </p:nvSpPr>
        <p:spPr>
          <a:xfrm xmlns:a="http://schemas.openxmlformats.org/drawingml/2006/main">
            <a:off x="2705100" y="519112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Publish + Proof</a:t>
            </a:r>
          </a:p>
        </p:txBody>
      </p:sp>
      <p:sp>
        <p:nvSpPr>
          <p:cNvPr id="30" name="">
            <a:extLst xmlns:a="http://schemas.openxmlformats.org/drawingml/2006/main">
              <a:ext uri="{FF2B5EF4-FFF2-40B4-BE49-F238E27FC236}">
                <a16:creationId xmlns:a16="http://schemas.microsoft.com/office/drawing/2014/main" id="{97EEA647-BA03-43DD-829B-76462ACD87FC}"/>
              </a:ext>
            </a:extLst>
          </p:cNvPr>
          <p:cNvSpPr>
            <a:spLocks xmlns:a="http://schemas.openxmlformats.org/drawingml/2006/main" noGrp="1"/>
          </p:cNvSpPr>
          <p:nvPr/>
        </p:nvSpPr>
        <p:spPr>
          <a:xfrm xmlns:a="http://schemas.openxmlformats.org/drawingml/2006/main">
            <a:off x="5334000" y="5200650"/>
            <a:ext cx="6210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00">
                <a:solidFill>
                  <a:srgbClr val="536978"/>
                </a:solidFill>
                <a:latin typeface="Yu Gothic UI"/>
                <a:ea typeface="Yu Gothic UI"/>
                <a:cs typeface="Yu Gothic UI"/>
              </a:defRPr>
            </a:pPr>
            <a:r>
              <a:rPr sz="1200">
                <a:solidFill>
                  <a:srgbClr val="536978"/>
                </a:solidFill>
                <a:latin typeface="Yu Gothic UI"/>
                <a:ea typeface="Yu Gothic UI"/>
                <a:cs typeface="Yu Gothic UI"/>
              </a:rPr>
              <a:t>人の承認後にHTTPS公開</a:t>
            </a:r>
          </a:p>
        </p:txBody>
      </p:sp>
    </p:spTree>
    <p:extLst>
      <p:ext uri="{BB962C8B-B14F-4D97-AF65-F5344CB8AC3E}">
        <p14:creationId xmlns:p14="http://schemas.microsoft.com/office/powerpoint/2010/main" val="101826840"/>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PRE-FLIGHT  |  FAIL CLOSED</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本番環境と認証を触らない境界を、開始前に固定します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08 / 26</a:t>
            </a:r>
          </a:p>
        </p:txBody>
      </p:sp>
      <p:sp>
        <p:nvSpPr>
          <p:cNvPr id="10" name="">
            <a:extLst xmlns:a="http://schemas.openxmlformats.org/drawingml/2006/main">
              <a:ext uri="{FF2B5EF4-FFF2-40B4-BE49-F238E27FC236}">
                <a16:creationId xmlns:a16="http://schemas.microsoft.com/office/drawing/2014/main" id="{BD8567AD-828A-4A38-B422-A74E0D24CD52}"/>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40F930D6-CB76-4820-A10C-2CD02C78D1F1}"/>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開始前チェック</a:t>
            </a:r>
          </a:p>
        </p:txBody>
      </p:sp>
      <p:sp>
        <p:nvSpPr>
          <p:cNvPr id="12" name="">
            <a:extLst xmlns:a="http://schemas.openxmlformats.org/drawingml/2006/main">
              <a:ext uri="{FF2B5EF4-FFF2-40B4-BE49-F238E27FC236}">
                <a16:creationId xmlns:a16="http://schemas.microsoft.com/office/drawing/2014/main" id="{62C6F354-90CE-4EB2-8F39-D8B84D691813}"/>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DC83747-FE4D-476A-A577-AE73BF1F40FF}"/>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01  Antigravityへサインイン済み</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02  専用repoだけを開いている</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03  remote = kanta13jp1/mighty-link-antigravity-live-demo</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04  branch = main / status = clean</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05  /grill-me と /find-skills が表示</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06  frontend-design は未導入</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07  SITE_BRIEF.md = SYNTHETIC_DATA_ONLY</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08  PowerPointを編集表示で開く</a:t>
            </a:r>
          </a:p>
        </p:txBody>
      </p:sp>
      <p:sp>
        <p:nvSpPr>
          <p:cNvPr id="14" name="">
            <a:extLst xmlns:a="http://schemas.openxmlformats.org/drawingml/2006/main">
              <a:ext uri="{FF2B5EF4-FFF2-40B4-BE49-F238E27FC236}">
                <a16:creationId xmlns:a16="http://schemas.microsoft.com/office/drawing/2014/main" id="{F377BBD1-0DA6-4FF7-8117-43DE0A0C1AAE}"/>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FF5D8E0-A69B-4E04-A948-F92B8C2BFEEB}"/>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固定する公開先</a:t>
            </a:r>
          </a:p>
        </p:txBody>
      </p:sp>
      <p:sp>
        <p:nvSpPr>
          <p:cNvPr id="16" name="">
            <a:extLst xmlns:a="http://schemas.openxmlformats.org/drawingml/2006/main">
              <a:ext uri="{FF2B5EF4-FFF2-40B4-BE49-F238E27FC236}">
                <a16:creationId xmlns:a16="http://schemas.microsoft.com/office/drawing/2014/main" id="{A676058E-21A2-4C08-A201-12B6E35E54E8}"/>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B910F42-03E6-4BEE-A14A-15C3CB67DC7D}"/>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REPOSITORY</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kanta13jp1/mighty-link-antigravity-live-demo</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PAGES URL</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https://kanta13jp1.github.io/</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mighty-link-antigravity-live-demo/</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本番 mightylink-app.com は触らない</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認証情報・顧客情報は使わない</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公開は正確な『公開して』の後だけ</a:t>
            </a:r>
          </a:p>
        </p:txBody>
      </p:sp>
    </p:spTree>
    <p:extLst>
      <p:ext uri="{BB962C8B-B14F-4D97-AF65-F5344CB8AC3E}">
        <p14:creationId xmlns:p14="http://schemas.microsoft.com/office/powerpoint/2010/main" val="101826840"/>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0  |  /GRILL-ME</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実装前に、目的・除外・停止条件・成功条件を言葉にします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09 / 26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69b2c64e348f47da"/>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864CA188-7BAA-4CDB-A0F5-5E98053F6F66}"/>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D8843AE-A69D-424F-A1F5-C94835DA7D37}"/>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/grill-me</a:t>
            </a:r>
          </a:p>
        </p:txBody>
      </p:sp>
      <p:sp>
        <p:nvSpPr>
          <p:cNvPr id="20" name="">
            <a:extLst xmlns:a="http://schemas.openxmlformats.org/drawingml/2006/main">
              <a:ext uri="{FF2B5EF4-FFF2-40B4-BE49-F238E27FC236}">
                <a16:creationId xmlns:a16="http://schemas.microsoft.com/office/drawing/2014/main" id="{7ACC9299-B259-4BBA-AA80-7818626D4007}"/>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3E43F1E0-C394-40D1-9C76-B34BC2085AE1}"/>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9DCC8A3E-6AEB-4FCF-B658-131101962D9F}"/>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8819"/>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0 / /grill-meで実装前の判断を固める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/grill-me</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30分のライブデモで「AI Agent Learning Hub」という1ページWebサイトを作ります。実装前に、矛盾や不足がないか厳しく確認してください。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確定済みの前提:</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観客は非エンジニアと開発者の混在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サイトはCodex、Claude Code、Claude Cowork、Kiro、Antigravityの5製品を短時間で比較できる研修用成果物</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ゴールは、観客がAIエージェントによる要件整理、制作、改善、検証、公開の流れを理解すること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- 5製品の公式機能を比較するが、ライブ操作はAntigravityだけを使う</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公開可能な製品説明とローカル画像だけを使い、個人情報、顧客情報、認証情報は使わない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ログイン、フォーム送信、外部API、分析タグ、永続保存は作らない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専用GitHub Pagesリポジトリだけへ公開する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- 30分以内にSkill導入、初版作成、改善、公開確認まで見せる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実装結果を大きく変える質問だけを最大2問、1問ずつ質問してください。各質問には推奨回答と、その理由を1行で添えて、私の回答を待ってください。私が「推奨案で進めてください」と答えた場合は、その推奨回答を採用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回答後に「決定事項／見送ること／停止条件／成功条件」を4区分で要約してください。この段階ではファイル変更、コマンド実行、外部通信を行わないでください。</a:t>
            </a:r>
          </a:p>
        </p:txBody>
      </p:sp>
      <p:sp>
        <p:nvSpPr>
          <p:cNvPr id="23" name="">
            <a:extLst xmlns:a="http://schemas.openxmlformats.org/drawingml/2006/main">
              <a:ext uri="{FF2B5EF4-FFF2-40B4-BE49-F238E27FC236}">
                <a16:creationId xmlns:a16="http://schemas.microsoft.com/office/drawing/2014/main" id="{ED55D475-782C-48BA-84C6-ACF70A2CEBAC}"/>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docs/demo/antigravity_workshop/PROMPT_00_GRILL_ME.txt</a:t>
            </a:r>
          </a:p>
        </p:txBody>
      </p:sp>
    </p:spTree>
    <p:extLst>
      <p:ext uri="{BB962C8B-B14F-4D97-AF65-F5344CB8AC3E}">
        <p14:creationId xmlns:p14="http://schemas.microsoft.com/office/powerpoint/2010/main" val="107929079"/>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/GRILL-ME  |  WHY</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Skillは、会話のたびに再利用できる仕事の型です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10 / 26</a:t>
            </a:r>
          </a:p>
        </p:txBody>
      </p:sp>
      <p:sp>
        <p:nvSpPr>
          <p:cNvPr id="10" name="">
            <a:extLst xmlns:a="http://schemas.openxmlformats.org/drawingml/2006/main">
              <a:ext uri="{FF2B5EF4-FFF2-40B4-BE49-F238E27FC236}">
                <a16:creationId xmlns:a16="http://schemas.microsoft.com/office/drawing/2014/main" id="{CA7AB647-87E3-49BB-8448-01A9AFA9D2B9}"/>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F254B946-7EC6-461B-B246-FEC459A9DC40}"/>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/grill-me の役割</a:t>
            </a:r>
          </a:p>
        </p:txBody>
      </p:sp>
      <p:sp>
        <p:nvSpPr>
          <p:cNvPr id="12" name="">
            <a:extLst xmlns:a="http://schemas.openxmlformats.org/drawingml/2006/main">
              <a:ext uri="{FF2B5EF4-FFF2-40B4-BE49-F238E27FC236}">
                <a16:creationId xmlns:a16="http://schemas.microsoft.com/office/drawing/2014/main" id="{7F83BD58-B1F9-4753-B76C-CE1228ECE1E6}"/>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232853E-CE86-4196-B03F-B2268F597238}"/>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曖昧な依頼を実装前に質問する。</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結果を変える判断だけを残す。</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今回の制限</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・質問は最大2問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・1問ずつ + 推奨案 + 理由</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・回答を待ってから次へ</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・ファイル変更 / コマンド / 外部通信なし</a:t>
            </a:r>
          </a:p>
        </p:txBody>
      </p:sp>
      <p:sp>
        <p:nvSpPr>
          <p:cNvPr id="14" name="">
            <a:extLst xmlns:a="http://schemas.openxmlformats.org/drawingml/2006/main">
              <a:ext uri="{FF2B5EF4-FFF2-40B4-BE49-F238E27FC236}">
                <a16:creationId xmlns:a16="http://schemas.microsoft.com/office/drawing/2014/main" id="{3E703E5C-4670-4129-A239-289038A65B49}"/>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720C880-B258-4BA4-8155-D73E2341B44B}"/>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期待する出力</a:t>
            </a:r>
          </a:p>
        </p:txBody>
      </p:sp>
      <p:sp>
        <p:nvSpPr>
          <p:cNvPr id="16" name="">
            <a:extLst xmlns:a="http://schemas.openxmlformats.org/drawingml/2006/main">
              <a:ext uri="{FF2B5EF4-FFF2-40B4-BE49-F238E27FC236}">
                <a16:creationId xmlns:a16="http://schemas.microsoft.com/office/drawing/2014/main" id="{A69C04B0-67E7-45DA-AD27-EF2E015A0522}"/>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8922086-0459-46FD-9B0F-692251A066BA}"/>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DECISIONS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読み手 / 1画面の仕事 / 必須機能</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OUT OF SCOPE</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ログイン / 送信 / 外部API / 永続保存</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STOP CONDITIONS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専用repo以外 / 秘密情報 / 90秒停止</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SUCCESS</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5カード / 5・4・1・5 / 最大2比較 / 2 viewport / HTTPS</a:t>
            </a:r>
          </a:p>
        </p:txBody>
      </p:sp>
    </p:spTree>
    <p:extLst>
      <p:ext uri="{BB962C8B-B14F-4D97-AF65-F5344CB8AC3E}">
        <p14:creationId xmlns:p14="http://schemas.microsoft.com/office/powerpoint/2010/main" val="101826840"/>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1  |  /FIND-SKILLS</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実装を始める前に、信頼できる専門能力を探します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11 / 26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9e2a770651ce4c0b"/>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832F9CCB-96F9-4B17-A733-96FEAF778072}"/>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3EAD770-98AD-4316-B040-AF6121F6EBA5}"/>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/find-skills</a:t>
            </a:r>
          </a:p>
        </p:txBody>
      </p:sp>
      <p:sp>
        <p:nvSpPr>
          <p:cNvPr id="20" name="">
            <a:extLst xmlns:a="http://schemas.openxmlformats.org/drawingml/2006/main">
              <a:ext uri="{FF2B5EF4-FFF2-40B4-BE49-F238E27FC236}">
                <a16:creationId xmlns:a16="http://schemas.microsoft.com/office/drawing/2014/main" id="{64C16C8B-2770-4AC0-8460-0A33CED07A2F}"/>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F88CEB79-360B-45C8-BAEA-C5B489ED7B49}"/>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C4603E18-846C-4A23-897B-A2AEE91848E5}"/>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523"/>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1 / /find-skillsで専門能力を探す</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/find-skills</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5製品を比較するAI Agent Learning Hubの、情報設計、Webデザイン、レスポンシブ品質、アクセシビリティを改善できるAgent Skillを探してください。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最初にskills.shの上位候補を確認し、次にSkills CLIで`npx skills find "frontend design"`を実行してください。候補は3件までに絞り、次を表で比較してください。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Skill名と用途</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インストール数</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公開元とGitHub stars</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セキュリティ監査の結果</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インストールコマンド</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skills.shのURL</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公開元の信頼性、利用実績、監査結果を確認して推奨を1件選び、このデモで何を改善させるかを2行で説明してください。まだSkillのインストール、ファイル変更、外部サービスへの書き込みは行わないでください。</a:t>
            </a:r>
          </a:p>
        </p:txBody>
      </p:sp>
      <p:sp>
        <p:nvSpPr>
          <p:cNvPr id="23" name="">
            <a:extLst xmlns:a="http://schemas.openxmlformats.org/drawingml/2006/main">
              <a:ext uri="{FF2B5EF4-FFF2-40B4-BE49-F238E27FC236}">
                <a16:creationId xmlns:a16="http://schemas.microsoft.com/office/drawing/2014/main" id="{3C3D16F2-76A9-4FBE-937C-EDD751369A73}"/>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docs/demo/antigravity_workshop/PROMPT_01_FIND_SKILLS.txt</a:t>
            </a:r>
          </a:p>
        </p:txBody>
      </p:sp>
    </p:spTree>
    <p:extLst>
      <p:ext uri="{BB962C8B-B14F-4D97-AF65-F5344CB8AC3E}">
        <p14:creationId xmlns:p14="http://schemas.microsoft.com/office/powerpoint/2010/main" val="107929079"/>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/FIND-SKILLS  |  EVIDENCE</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見つけるだけで終わらず、公開元・利用実績・監査・中身を確かめます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12 / 26</a:t>
            </a:r>
          </a:p>
        </p:txBody>
      </p:sp>
      <p:sp>
        <p:nvSpPr>
          <p:cNvPr id="10" name="">
            <a:extLst xmlns:a="http://schemas.openxmlformats.org/drawingml/2006/main">
              <a:ext uri="{FF2B5EF4-FFF2-40B4-BE49-F238E27FC236}">
                <a16:creationId xmlns:a16="http://schemas.microsoft.com/office/drawing/2014/main" id="{4BF2D297-2D0B-44FD-B6F3-20041511C5E6}"/>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6D8EA8A2-61D9-4AE6-9292-D054433902CD}"/>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推奨: frontend-design</a:t>
            </a:r>
          </a:p>
        </p:txBody>
      </p:sp>
      <p:sp>
        <p:nvSpPr>
          <p:cNvPr id="12" name="">
            <a:extLst xmlns:a="http://schemas.openxmlformats.org/drawingml/2006/main">
              <a:ext uri="{FF2B5EF4-FFF2-40B4-BE49-F238E27FC236}">
                <a16:creationId xmlns:a16="http://schemas.microsoft.com/office/drawing/2014/main" id="{96080526-6B67-48C1-B5E6-DC4F072F36E8}"/>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9CB1435-E08A-4EAE-A36B-9CAB393C2A85}"/>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anthropics/skills@frontend-design</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検索時点: 約75万インストール</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公開元: Anthropic</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GitHub実績: 公式repositoryで確認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監査: CLI / skills.sh表示を確認</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導入: project-local + --copy</a:t>
            </a:r>
          </a:p>
          <a:p xmlns:a="http://schemas.openxmlformats.org/drawingml/2006/main">
            <a:r>
              <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用途</a:t>
            </a:r>
          </a:p>
          <a:p xmlns:a="http://schemas.openxmlformats.org/drawingml/2006/main">
            <a:pPr>
              <a:lnSpc>
                <a:spcPct val="112000"/>
              </a:lnSpc>
              <a:buNone/>
              <a:defRPr sz="1275" b="0">
                <a:solidFill>
                  <a:srgbClr val="17242B"/>
                </a:solidFill>
                <a:latin typeface="Yu Gothic UI"/>
                <a:ea typeface="Yu Gothic UI"/>
                <a:cs typeface="Yu Gothic UI"/>
              </a:defRPr>
            </a:pPr>
            <a:r>
              <a:rPr sz="1275" b="0">
                <a:solidFill>
                  <a:srgbClr val="17242B"/>
                </a:solidFill>
                <a:latin typeface="Yu Gothic UI"/>
                <a:ea typeface="Yu Gothic UI"/>
                <a:cs typeface="Yu Gothic UI"/>
              </a:rPr>
              <a:t>情報設計 / タイポグラフィ / 配色 / 余白 / responsive / accessibility</a:t>
            </a:r>
          </a:p>
        </p:txBody>
      </p:sp>
      <p:sp>
        <p:nvSpPr>
          <p:cNvPr id="14" name="">
            <a:extLst xmlns:a="http://schemas.openxmlformats.org/drawingml/2006/main">
              <a:ext uri="{FF2B5EF4-FFF2-40B4-BE49-F238E27FC236}">
                <a16:creationId xmlns:a16="http://schemas.microsoft.com/office/drawing/2014/main" id="{EA4A06E8-2A1D-4BB1-986B-EF21CCD43AAA}"/>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2F71639-DB75-42D6-8A21-9C83D31E0DAD}"/>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Skillの3段階</a:t>
            </a:r>
          </a:p>
        </p:txBody>
      </p:sp>
      <p:sp>
        <p:nvSpPr>
          <p:cNvPr id="16" name="">
            <a:extLst xmlns:a="http://schemas.openxmlformats.org/drawingml/2006/main">
              <a:ext uri="{FF2B5EF4-FFF2-40B4-BE49-F238E27FC236}">
                <a16:creationId xmlns:a16="http://schemas.microsoft.com/office/drawing/2014/main" id="{8CC222A1-3D37-46C0-8730-12BFA4E4C7B4}"/>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E312AC5-4992-46D3-AE6C-C99E69374C1B}"/>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1  DISCOVERY</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名前と説明だけで候補を見つける</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2  ACTIVATION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必要なSkillのSKILL.mdを読む</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3  EXECUTION</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必要な手順・資料・scriptsだけを使う</a:t>
            </a:r>
          </a:p>
          <a:p xmlns:a="http://schemas.openxmlformats.org/drawingml/2006/main">
            <a:r>
              <a:t/>
            </a:r>
          </a:p>
          <a:p xmlns:a="http://schemas.openxmlformats.org/drawingml/2006/main">
            <a:pPr>
              <a:lnSpc>
                <a:spcPct val="112000"/>
              </a:lnSpc>
              <a:buNone/>
              <a:defRPr sz="1275" b="0">
                <a:solidFill>
                  <a:srgbClr val="E8F4F7"/>
                </a:solidFill>
                <a:latin typeface="Yu Gothic UI"/>
                <a:ea typeface="Yu Gothic UI"/>
                <a:cs typeface="Yu Gothic UI"/>
              </a:defRPr>
            </a:pPr>
            <a:r>
              <a:rPr sz="1275" b="0">
                <a:solidFill>
                  <a:srgbClr val="E8F4F7"/>
                </a:solidFill>
                <a:latin typeface="Yu Gothic UI"/>
                <a:ea typeface="Yu Gothic UI"/>
                <a:cs typeface="Yu Gothic UI"/>
              </a:rPr>
              <a:t>Skillはエージェントと同等の権限で動き得る。導入前レビューが必要。</a:t>
            </a:r>
          </a:p>
        </p:txBody>
      </p:sp>
    </p:spTree>
    <p:extLst>
      <p:ext uri="{BB962C8B-B14F-4D97-AF65-F5344CB8AC3E}">
        <p14:creationId xmlns:p14="http://schemas.microsoft.com/office/powerpoint/2010/main" val="101826840"/>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2  |  INSTALL SKILL</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推奨Skillを専用リポジトリだけへ導入します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13 / 26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3e929e8a8cd74d90"/>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CE92184-434F-4B84-ADC2-B64ED7AC585D}"/>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7075CEA-A2BC-4694-99BE-1F1D2FB4A22A}"/>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INSTALL</a:t>
            </a:r>
          </a:p>
        </p:txBody>
      </p:sp>
      <p:sp>
        <p:nvSpPr>
          <p:cNvPr id="20" name="">
            <a:extLst xmlns:a="http://schemas.openxmlformats.org/drawingml/2006/main">
              <a:ext uri="{FF2B5EF4-FFF2-40B4-BE49-F238E27FC236}">
                <a16:creationId xmlns:a16="http://schemas.microsoft.com/office/drawing/2014/main" id="{9E46376E-0CDB-47F9-8BBE-5AF9E9CC7816}"/>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A275FAD3-6315-4C6E-9F8F-78B9500D037F}"/>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AC774E50-D6C3-4AF9-AF20-0610292E385A}"/>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207"/>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2 / frontend-design Skillを専用環境へ導入する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推奨された`anthropics/skills@frontend-design`を、この専用リポジトリだけへインストールしてください。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最初に`git remote -v`、現在branch、`git status --short`、`npx skills list --json`を確認してください。remoteが`kanta13jp1/mighty-link-antigravity-live-demo`、branchが`main`でない場合、または`frontend-design`が既に存在する場合は、何も変更せず停止してください。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条件が一致した場合だけ、次を実行してください。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`npx skills add anthropics/skills@frontend-design --agent antigravity --copy -y`</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インストール後に`npx skills list --json`と`.agents/skills/frontend-design/SKILL.md`を読み、次を報告してください。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インストール先がこのリポジトリ内であること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公開元が`anthropics/skills`であること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Skillの目的と、このデモで適用する3つの観点</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監査結果または確認できなかった項目</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この段階ではindex.html、styles.css、app.js、GitHub設定を変更せず、commitとpushも実行しないでください。</a:t>
            </a:r>
          </a:p>
        </p:txBody>
      </p:sp>
      <p:sp>
        <p:nvSpPr>
          <p:cNvPr id="23" name="">
            <a:extLst xmlns:a="http://schemas.openxmlformats.org/drawingml/2006/main">
              <a:ext uri="{FF2B5EF4-FFF2-40B4-BE49-F238E27FC236}">
                <a16:creationId xmlns:a16="http://schemas.microsoft.com/office/drawing/2014/main" id="{8C621A2F-B843-480E-A73D-5367C6CB20E3}"/>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docs/demo/antigravity_workshop/PROMPT_02_INSTALL_SKILL.txt</a:t>
            </a:r>
          </a:p>
        </p:txBody>
      </p:sp>
    </p:spTree>
    <p:extLst>
      <p:ext uri="{BB962C8B-B14F-4D97-AF65-F5344CB8AC3E}">
        <p14:creationId xmlns:p14="http://schemas.microsoft.com/office/powerpoint/2010/main" val="107929079"/>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FRONTEND-DESIGN  |  DETAIL</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Skillが変えるのは装飾ではなく、設計判断の質です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14 / 26</a:t>
            </a:r>
          </a:p>
        </p:txBody>
      </p:sp>
      <p:sp>
        <p:nvSpPr>
          <p:cNvPr id="10" name="">
            <a:extLst xmlns:a="http://schemas.openxmlformats.org/drawingml/2006/main">
              <a:ext uri="{FF2B5EF4-FFF2-40B4-BE49-F238E27FC236}">
                <a16:creationId xmlns:a16="http://schemas.microsoft.com/office/drawing/2014/main" id="{8628B71A-FCCC-4E50-A8D0-97E3E0D12600}"/>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3CF7173E-99E9-4A00-AC33-8C21F843FC12}"/>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このデモで任せる</a:t>
            </a:r>
          </a:p>
        </p:txBody>
      </p:sp>
      <p:sp>
        <p:nvSpPr>
          <p:cNvPr id="12" name="">
            <a:extLst xmlns:a="http://schemas.openxmlformats.org/drawingml/2006/main">
              <a:ext uri="{FF2B5EF4-FFF2-40B4-BE49-F238E27FC236}">
                <a16:creationId xmlns:a16="http://schemas.microsoft.com/office/drawing/2014/main" id="{99B78817-6DE1-4A8C-B858-2CEBEF221D6C}"/>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9805AA2-B0CD-4B4D-AA49-0C5F8CB02CE4}"/>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INFORMATION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5製品を短時間で読み比べる優先順位</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VISUAL DIRECTION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明るい業務向け配色、文字、余白、密度</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INTERACTION</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絞り込み、最大2製品比較、状態表示</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QUALITY</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desktop / mobile / keyboard / aria-live</a:t>
            </a:r>
          </a:p>
        </p:txBody>
      </p:sp>
      <p:sp>
        <p:nvSpPr>
          <p:cNvPr id="14" name="">
            <a:extLst xmlns:a="http://schemas.openxmlformats.org/drawingml/2006/main">
              <a:ext uri="{FF2B5EF4-FFF2-40B4-BE49-F238E27FC236}">
                <a16:creationId xmlns:a16="http://schemas.microsoft.com/office/drawing/2014/main" id="{8AEE15FE-B80B-436B-9115-4EBB498BD06E}"/>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8722799-7D8F-4B73-95F4-D95ED026AD0E}"/>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任せない / 削除できる</a:t>
            </a:r>
          </a:p>
        </p:txBody>
      </p:sp>
      <p:sp>
        <p:nvSpPr>
          <p:cNvPr id="16" name="">
            <a:extLst xmlns:a="http://schemas.openxmlformats.org/drawingml/2006/main">
              <a:ext uri="{FF2B5EF4-FFF2-40B4-BE49-F238E27FC236}">
                <a16:creationId xmlns:a16="http://schemas.microsoft.com/office/drawing/2014/main" id="{08ACD043-B87A-43FC-B786-79FA5EE05B6E}"/>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2524F80-ABDD-449B-9E66-83153E681F6A}"/>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FACTS</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製品機能の事実確認はSITE_BRIEF.mdが正本</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AUTHORITY</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公開権限、認証、Git操作の承認</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DATA</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外部送信、顧客情報、永続保存</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SCOPE</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.agents/skills/frontend-design/ にだけ導入</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リハーサル後はCLIで削除</a:t>
            </a:r>
          </a:p>
        </p:txBody>
      </p:sp>
    </p:spTree>
    <p:extLst>
      <p:ext uri="{BB962C8B-B14F-4D97-AF65-F5344CB8AC3E}">
        <p14:creationId xmlns:p14="http://schemas.microsoft.com/office/powerpoint/2010/main" val="101826840"/>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3  |  BUILD</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まずJavaScriptなしの初版を作り、ブラウザで確認します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15 / 26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66328431e9394e8f"/>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82209455-C976-4D7E-8F04-585B77BD466D}"/>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3CF8656-64BA-4B47-AE1A-EEF6CC6E0F2D}"/>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BUILD</a:t>
            </a:r>
          </a:p>
        </p:txBody>
      </p:sp>
      <p:sp>
        <p:nvSpPr>
          <p:cNvPr id="20" name="">
            <a:extLst xmlns:a="http://schemas.openxmlformats.org/drawingml/2006/main">
              <a:ext uri="{FF2B5EF4-FFF2-40B4-BE49-F238E27FC236}">
                <a16:creationId xmlns:a16="http://schemas.microsoft.com/office/drawing/2014/main" id="{7C1B60B3-A2EF-4C4E-BC5D-2C91B3FC3BE5}"/>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009B500D-4363-460E-85CF-DB01E3ED7F5A}"/>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CBAF51A7-2660-4444-A1BE-A8A752240C39}"/>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3 / AIエージェント学習サイトの初版を作る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@SITE_BRIEF.md を読み、リポジトリ直下にindex.htmlとstyles.cssを作成してください。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サイト名は「AI Agent Learning Hub」です。Codex、Claude Code、Claude Cowork、Kiro、Antigravityの5カードを表示し、各カードに「向いている仕事／主な機能／最初に試すこと」を記載してください。assets/workshop-hero.pngをヒーロー画像として使用し、研修用サンプルであることと、2026年8月9日時点の公式情報に基づく概要であることを表示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この初版ではJavaScript、絞り込み、製品選択、比較サマリーを追加しません。外部ライブラリ、外部画像、外部フォント、実在する顧客・社員・連絡先は使用しないでください。index.htmlとstyles.css以外は変更せず、commitとpushは実行しないで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作成後にブラウザで開き、1440x900と390x844でヒーロー画像、5製品、文字切れ、横スクロールを確認してください。最後に「変更ファイル／ブラウザ確認／次の改善候補」を3行で報告してください。</a:t>
            </a:r>
          </a:p>
        </p:txBody>
      </p:sp>
      <p:sp>
        <p:nvSpPr>
          <p:cNvPr id="23" name="">
            <a:extLst xmlns:a="http://schemas.openxmlformats.org/drawingml/2006/main">
              <a:ext uri="{FF2B5EF4-FFF2-40B4-BE49-F238E27FC236}">
                <a16:creationId xmlns:a16="http://schemas.microsoft.com/office/drawing/2014/main" id="{FFBA22C3-C9FA-4B12-8EC6-02911AD0A2F9}"/>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docs/demo/antigravity_workshop/PROMPT_03_BUILD.txt</a:t>
            </a:r>
          </a:p>
        </p:txBody>
      </p:sp>
    </p:spTree>
    <p:extLst>
      <p:ext uri="{BB962C8B-B14F-4D97-AF65-F5344CB8AC3E}">
        <p14:creationId xmlns:p14="http://schemas.microsoft.com/office/powerpoint/2010/main" val="107929079"/>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INITIAL BUILD  |  PROOF</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最初の成果は小さく作り、次の改善が見える状態にします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16 / 26</a:t>
            </a:r>
          </a:p>
        </p:txBody>
      </p:sp>
      <p:sp>
        <p:nvSpPr>
          <p:cNvPr id="10" name="">
            <a:extLst xmlns:a="http://schemas.openxmlformats.org/drawingml/2006/main">
              <a:ext uri="{FF2B5EF4-FFF2-40B4-BE49-F238E27FC236}">
                <a16:creationId xmlns:a16="http://schemas.microsoft.com/office/drawing/2014/main" id="{8689681B-E101-4E67-A0B0-F12ACAD13B0C}"/>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DD9B9363-5B86-40B1-AC1A-2FED7EC24BAC}"/>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初版でできること</a:t>
            </a:r>
          </a:p>
        </p:txBody>
      </p:sp>
      <p:sp>
        <p:nvSpPr>
          <p:cNvPr id="12" name="">
            <a:extLst xmlns:a="http://schemas.openxmlformats.org/drawingml/2006/main">
              <a:ext uri="{FF2B5EF4-FFF2-40B4-BE49-F238E27FC236}">
                <a16:creationId xmlns:a16="http://schemas.microsoft.com/office/drawing/2014/main" id="{184097F3-C7D1-4D61-9FA1-F31E8945D3FC}"/>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4391981-2988-418B-849E-F76A94499884}"/>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5製品カードを表示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向いている仕事 / 主な機能 / 最初の一歩</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ローカルhero画像</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研修用 / 公式情報の基準日を表示</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 外部依存・送信・保存なし</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まだないもの</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絞り込み / 選択 / 比較サマリー / JavaScript</a:t>
            </a:r>
          </a:p>
        </p:txBody>
      </p:sp>
      <p:sp>
        <p:nvSpPr>
          <p:cNvPr id="14" name="">
            <a:extLst xmlns:a="http://schemas.openxmlformats.org/drawingml/2006/main">
              <a:ext uri="{FF2B5EF4-FFF2-40B4-BE49-F238E27FC236}">
                <a16:creationId xmlns:a16="http://schemas.microsoft.com/office/drawing/2014/main" id="{3055C579-C0A3-4F75-B81F-1AA373D7B583}"/>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50CE25D-4711-45D1-96E7-081420FB6E01}"/>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Browser evidence</a:t>
            </a:r>
          </a:p>
        </p:txBody>
      </p:sp>
      <p:sp>
        <p:nvSpPr>
          <p:cNvPr id="16" name="">
            <a:extLst xmlns:a="http://schemas.openxmlformats.org/drawingml/2006/main">
              <a:ext uri="{FF2B5EF4-FFF2-40B4-BE49-F238E27FC236}">
                <a16:creationId xmlns:a16="http://schemas.microsoft.com/office/drawing/2014/main" id="{A130DAAA-F878-4B06-ACB6-3FCAD5C95CB5}"/>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6AE585D-6F66-4CE6-A153-090EBA0D94CF}"/>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DESKTOP  1440 × 900</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hero / 5製品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MOBILE  390 × 844</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1列 / navigation / 文字切れ / 横scroll</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STOP</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90秒以上進まなければoutput/の完成済み初版へ切り替える</a:t>
            </a:r>
          </a:p>
        </p:txBody>
      </p:sp>
    </p:spTree>
    <p:extLst>
      <p:ext uri="{BB962C8B-B14F-4D97-AF65-F5344CB8AC3E}">
        <p14:creationId xmlns:p14="http://schemas.microsoft.com/office/powerpoint/2010/main" val="10182684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4  |  /FRONTEND-DESIGN</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Skillを明示的に呼び、機能と見た目を同時に改善します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17 / 26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a34f81d5b7084fb1"/>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FDCC3099-CFB5-401B-9EAC-E2832ADEDA55}"/>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81431C8-A6C1-4605-AF71-2855EA8D23AF}"/>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/frontend-design</a:t>
            </a:r>
          </a:p>
        </p:txBody>
      </p:sp>
      <p:sp>
        <p:nvSpPr>
          <p:cNvPr id="20" name="">
            <a:extLst xmlns:a="http://schemas.openxmlformats.org/drawingml/2006/main">
              <a:ext uri="{FF2B5EF4-FFF2-40B4-BE49-F238E27FC236}">
                <a16:creationId xmlns:a16="http://schemas.microsoft.com/office/drawing/2014/main" id="{9274FDFB-E848-4290-9DC8-B661E1CB9DF5}"/>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A92DF6C4-0899-46CE-9B0C-E4806A51CB9C}"/>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F6C4B714-17FE-408B-976D-20DCEA83C624}"/>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58337"/>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4 / /frontend-designで機能と見た目を改善する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/frontend-design</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インストールしたfrontend-design Skillを使い、初版のAI Agent Learning Hubを改善してください。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変更すること: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情報の優先順位、タイポグラフィ、余白、配色を整え、研修で投影しても読みやすいデザインにする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「すべて／開発／ナレッジワーク／計画・自動化」の絞り込みを追加する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各製品に「比較に追加／追加済み」ボタンを追加し、最大2製品を選べるようにする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選択件数、製品名、向いている仕事を比較サマリーへaria-liveで表示する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app.jsを追加し、aria-pressed、キーボード操作、上限2件の案内に対応する</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#00A5E3、#EF7E00、緑、白、濃い文字色を使い、単一色に偏らない業務向けデザインにする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維持すること: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- 5製品の名称と公式情報に基づく説明</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KiroのSteeringとPowersを、Kiro固有の正式機能として説明すること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AntigravityへKiroの機能名を誤って付けないこと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ローカル画像、外部依存なし、送信なし、永続保存なし、commitとpushなし</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検証すること: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製品件数が5件、フィルター件数が5・4・1・5になること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- 2製品選択時に件数、名称、向いている仕事が表示されること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- 3製品目を選ぶと追加せず、上限2件の案内が表示されること</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- 1440x900と390x844で横スクロール、文字切れ、重なりが0であること</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最後に「Skillが変えた判断／追加機能／ブラウザ検証」を3行で報告してください。</a:t>
            </a:r>
          </a:p>
        </p:txBody>
      </p:sp>
      <p:sp>
        <p:nvSpPr>
          <p:cNvPr id="23" name="">
            <a:extLst xmlns:a="http://schemas.openxmlformats.org/drawingml/2006/main">
              <a:ext uri="{FF2B5EF4-FFF2-40B4-BE49-F238E27FC236}">
                <a16:creationId xmlns:a16="http://schemas.microsoft.com/office/drawing/2014/main" id="{F1AA8FE2-6EE5-49C9-8207-C8E778E860C5}"/>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docs/demo/antigravity_workshop/PROMPT_04_APPLY_SKILL.txt</a:t>
            </a:r>
          </a:p>
        </p:txBody>
      </p:sp>
    </p:spTree>
    <p:extLst>
      <p:ext uri="{BB962C8B-B14F-4D97-AF65-F5344CB8AC3E}">
        <p14:creationId xmlns:p14="http://schemas.microsoft.com/office/powerpoint/2010/main" val="107929079"/>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SKILL RESULT  |  BEFORE / AFTER</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Skill適用後は、見た目だけでなく操作と検証可能性が増えます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18 / 26</a:t>
            </a:r>
          </a:p>
        </p:txBody>
      </p:sp>
      <p:sp>
        <p:nvSpPr>
          <p:cNvPr id="10" name="">
            <a:extLst xmlns:a="http://schemas.openxmlformats.org/drawingml/2006/main">
              <a:ext uri="{FF2B5EF4-FFF2-40B4-BE49-F238E27FC236}">
                <a16:creationId xmlns:a16="http://schemas.microsoft.com/office/drawing/2014/main" id="{A94DBC48-0F77-4FE8-AE54-8773FF63FCB2}"/>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357F951C-54C1-4867-B4DA-22BABD13FC01}"/>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BEFORE</a:t>
            </a:r>
          </a:p>
        </p:txBody>
      </p:sp>
      <p:sp>
        <p:nvSpPr>
          <p:cNvPr id="12" name="">
            <a:extLst xmlns:a="http://schemas.openxmlformats.org/drawingml/2006/main">
              <a:ext uri="{FF2B5EF4-FFF2-40B4-BE49-F238E27FC236}">
                <a16:creationId xmlns:a16="http://schemas.microsoft.com/office/drawing/2014/main" id="{57BE308A-6FBC-4515-8E49-6E90DC802F9C}"/>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8FEAE13-8CC5-4DCD-A182-D9F3B6912709}"/>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HTML + CSS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5 cards</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static content</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2 viewport visual check</a:t>
            </a:r>
          </a:p>
          <a:p xmlns:a="http://schemas.openxmlformats.org/drawingml/2006/main">
            <a:r>
              <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価値</a:t>
            </a:r>
          </a:p>
          <a:p xmlns:a="http://schemas.openxmlformats.org/drawingml/2006/main">
            <a:pPr>
              <a:lnSpc>
                <a:spcPct val="112000"/>
              </a:lnSpc>
              <a:buNone/>
              <a:defRPr sz="1500" b="0">
                <a:solidFill>
                  <a:srgbClr val="17242B"/>
                </a:solidFill>
                <a:latin typeface="Yu Gothic UI"/>
                <a:ea typeface="Yu Gothic UI"/>
                <a:cs typeface="Yu Gothic UI"/>
              </a:defRPr>
            </a:pPr>
            <a:r>
              <a:rPr sz="1500" b="0">
                <a:solidFill>
                  <a:srgbClr val="17242B"/>
                </a:solidFill>
                <a:latin typeface="Yu Gothic UI"/>
                <a:ea typeface="Yu Gothic UI"/>
                <a:cs typeface="Yu Gothic UI"/>
              </a:rPr>
              <a:t>短時間で情報を並べる初版</a:t>
            </a:r>
          </a:p>
        </p:txBody>
      </p:sp>
      <p:sp>
        <p:nvSpPr>
          <p:cNvPr id="14" name="">
            <a:extLst xmlns:a="http://schemas.openxmlformats.org/drawingml/2006/main">
              <a:ext uri="{FF2B5EF4-FFF2-40B4-BE49-F238E27FC236}">
                <a16:creationId xmlns:a16="http://schemas.microsoft.com/office/drawing/2014/main" id="{6BF88EC7-0FA0-43DF-B63D-0FE55FD6D306}"/>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7585671-A8D1-4AAC-B4E0-3820EF46FE3E}"/>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AFTER</a:t>
            </a:r>
          </a:p>
        </p:txBody>
      </p:sp>
      <p:sp>
        <p:nvSpPr>
          <p:cNvPr id="16" name="">
            <a:extLst xmlns:a="http://schemas.openxmlformats.org/drawingml/2006/main">
              <a:ext uri="{FF2B5EF4-FFF2-40B4-BE49-F238E27FC236}">
                <a16:creationId xmlns:a16="http://schemas.microsoft.com/office/drawing/2014/main" id="{15EA3A41-EF21-44C7-8C2C-0C9AC80303D5}"/>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7342605-50E4-48D1-95FF-58AF3390B047}"/>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HTML + CSS + JavaScript</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filters = 5 / 4 / 1 / 5</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compare = maximum 2</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aria-pressed / aria-live / keyboard</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no storage / no network</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2 viewport: overlap 0 / clipping 0</a:t>
            </a:r>
          </a:p>
          <a:p xmlns:a="http://schemas.openxmlformats.org/drawingml/2006/main">
            <a:r>
              <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価値</a:t>
            </a:r>
          </a:p>
          <a:p xmlns:a="http://schemas.openxmlformats.org/drawingml/2006/main">
            <a:pPr>
              <a:lnSpc>
                <a:spcPct val="112000"/>
              </a:lnSpc>
              <a:buNone/>
              <a:defRPr sz="1425" b="0">
                <a:solidFill>
                  <a:srgbClr val="E8F4F7"/>
                </a:solidFill>
                <a:latin typeface="Yu Gothic UI"/>
                <a:ea typeface="Yu Gothic UI"/>
                <a:cs typeface="Yu Gothic UI"/>
              </a:defRPr>
            </a:pPr>
            <a:r>
              <a:rPr sz="1425" b="0">
                <a:solidFill>
                  <a:srgbClr val="E8F4F7"/>
                </a:solidFill>
                <a:latin typeface="Yu Gothic UI"/>
                <a:ea typeface="Yu Gothic UI"/>
                <a:cs typeface="Yu Gothic UI"/>
              </a:rPr>
              <a:t>目的に沿って選び、比較し、状態を理解できる</a:t>
            </a:r>
          </a:p>
        </p:txBody>
      </p:sp>
    </p:spTree>
    <p:extLst>
      <p:ext uri="{BB962C8B-B14F-4D97-AF65-F5344CB8AC3E}">
        <p14:creationId xmlns:p14="http://schemas.microsoft.com/office/powerpoint/2010/main" val="101826840"/>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5  |  MCP</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MCPは接続できることより、権限を限定して使うことが重要です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19 / 26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c546db865cae4271"/>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59C1350-301A-47D2-AE6B-A114FDC338EF}"/>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A7108DE-8724-4EEA-852C-3C829A0A678F}"/>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MCP / READ ONLY</a:t>
            </a:r>
          </a:p>
        </p:txBody>
      </p:sp>
      <p:sp>
        <p:nvSpPr>
          <p:cNvPr id="20" name="">
            <a:extLst xmlns:a="http://schemas.openxmlformats.org/drawingml/2006/main">
              <a:ext uri="{FF2B5EF4-FFF2-40B4-BE49-F238E27FC236}">
                <a16:creationId xmlns:a16="http://schemas.microsoft.com/office/drawing/2014/main" id="{08C63371-2CAF-4AD0-9721-3CACFD491DC0}"/>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227C66B5-1856-464C-8BD9-9EE9EB238F60}"/>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B65249D2-CE95-48C3-97DD-7159FA67FE8D}"/>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Prompt 5 / MCPで公開先を読み取り確認する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Antigravity IDEのMCP Servers画面でGitHub MCPの接続状態だけを確認してください。Antigravity CLIを使う場合は`/mcp`を開いてください。</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GitHub MCPが接続済みの場合、読み取り専用で次を確認してください。</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リポジトリ: kanta13jp1/mighty-link-antigravity-live-demo</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default branchがmain</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最新commitのSHAと件名</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 GitHub Pagesの公開URLまたは直近deployment状態</a:t>
            </a:r>
          </a:p>
          <a:p xmlns:a="http://schemas.openxmlformats.org/drawingml/2006/main">
            <a:r>
              <a:t/>
            </a:r>
          </a:p>
          <a:p xmlns:a="http://schemas.openxmlformats.org/drawingml/2006/main">
            <a:pPr>
              <a:lnSpc>
                <a:spcPct val="103000"/>
              </a:lnSpc>
              <a:buNone/>
              <a:defRPr sz="1140">
                <a:solidFill>
                  <a:srgbClr val="EDF6FA"/>
                </a:solidFill>
                <a:latin typeface="Yu Gothic UI"/>
                <a:ea typeface="Yu Gothic UI"/>
                <a:cs typeface="Yu Gothic UI"/>
              </a:defRPr>
            </a:pPr>
            <a:r>
              <a:rPr sz="1140">
                <a:solidFill>
                  <a:srgbClr val="EDF6FA"/>
                </a:solidFill>
                <a:latin typeface="Yu Gothic UI"/>
                <a:ea typeface="Yu Gothic UI"/>
                <a:cs typeface="Yu Gothic UI"/>
              </a:rPr>
              <a:t>Issue作成、設定変更、認証追加、ファイル変更、commit、pushは行わないでください。GitHub MCPが未接続または情報を取得できない場合は、接続や認証を会場で開始せず「MCP確認は省略、gitと公開URL確認へ継続」と1行で報告してください。</a:t>
            </a:r>
          </a:p>
        </p:txBody>
      </p:sp>
      <p:sp>
        <p:nvSpPr>
          <p:cNvPr id="23" name="">
            <a:extLst xmlns:a="http://schemas.openxmlformats.org/drawingml/2006/main">
              <a:ext uri="{FF2B5EF4-FFF2-40B4-BE49-F238E27FC236}">
                <a16:creationId xmlns:a16="http://schemas.microsoft.com/office/drawing/2014/main" id="{046A9CBD-36D0-43B9-9147-067D166017FB}"/>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docs/demo/antigravity_workshop/PROMPT_05_MCP_CHECK.txt</a:t>
            </a:r>
          </a:p>
        </p:txBody>
      </p:sp>
    </p:spTree>
    <p:extLst>
      <p:ext uri="{BB962C8B-B14F-4D97-AF65-F5344CB8AC3E}">
        <p14:creationId xmlns:p14="http://schemas.microsoft.com/office/powerpoint/2010/main" val="107929079"/>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MCP  |  PERMISSIONS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MCPはAIと外部ツール・データをつなぐ標準です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20 / 26</a:t>
            </a:r>
          </a:p>
        </p:txBody>
      </p:sp>
      <p:sp>
        <p:nvSpPr>
          <p:cNvPr id="10" name="">
            <a:extLst xmlns:a="http://schemas.openxmlformats.org/drawingml/2006/main">
              <a:ext uri="{FF2B5EF4-FFF2-40B4-BE49-F238E27FC236}">
                <a16:creationId xmlns:a16="http://schemas.microsoft.com/office/drawing/2014/main" id="{44F59A1B-9954-41C9-B5E8-417884C58F33}"/>
              </a:ext>
            </a:extLst>
          </p:cNvPr>
          <p:cNvSpPr>
            <a:spLocks xmlns:a="http://schemas.openxmlformats.org/drawingml/2006/main" noGrp="1"/>
          </p:cNvSpPr>
          <p:nvPr/>
        </p:nvSpPr>
        <p:spPr>
          <a:xfrm xmlns:a="http://schemas.openxmlformats.org/drawingml/2006/main">
            <a:off x="647700"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AB24FEB4-3081-4902-BE98-7B53A6334827}"/>
              </a:ext>
            </a:extLst>
          </p:cNvPr>
          <p:cNvSpPr>
            <a:spLocks xmlns:a="http://schemas.openxmlformats.org/drawingml/2006/main" noGrp="1"/>
          </p:cNvSpPr>
          <p:nvPr/>
        </p:nvSpPr>
        <p:spPr>
          <a:xfrm xmlns:a="http://schemas.openxmlformats.org/drawingml/2006/main">
            <a:off x="647700"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922560F-E8A6-4A8C-BB08-484E5149D57F}"/>
              </a:ext>
            </a:extLst>
          </p:cNvPr>
          <p:cNvSpPr>
            <a:spLocks xmlns:a="http://schemas.openxmlformats.org/drawingml/2006/main" noGrp="1"/>
          </p:cNvSpPr>
          <p:nvPr/>
        </p:nvSpPr>
        <p:spPr>
          <a:xfrm xmlns:a="http://schemas.openxmlformats.org/drawingml/2006/main">
            <a:off x="819150"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4D3F2A42-F88A-4AE1-B488-8327A67D3D04}"/>
              </a:ext>
            </a:extLst>
          </p:cNvPr>
          <p:cNvSpPr>
            <a:spLocks xmlns:a="http://schemas.openxmlformats.org/drawingml/2006/main" noGrp="1"/>
          </p:cNvSpPr>
          <p:nvPr/>
        </p:nvSpPr>
        <p:spPr>
          <a:xfrm xmlns:a="http://schemas.openxmlformats.org/drawingml/2006/main">
            <a:off x="819150"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Agent</a:t>
            </a:r>
          </a:p>
        </p:txBody>
      </p:sp>
      <p:sp>
        <p:nvSpPr>
          <p:cNvPr id="14" name="">
            <a:extLst xmlns:a="http://schemas.openxmlformats.org/drawingml/2006/main">
              <a:ext uri="{FF2B5EF4-FFF2-40B4-BE49-F238E27FC236}">
                <a16:creationId xmlns:a16="http://schemas.microsoft.com/office/drawing/2014/main" id="{F60773F4-2B51-49DD-812F-4DB9EB9C2EBB}"/>
              </a:ext>
            </a:extLst>
          </p:cNvPr>
          <p:cNvSpPr>
            <a:spLocks xmlns:a="http://schemas.openxmlformats.org/drawingml/2006/main" noGrp="1"/>
          </p:cNvSpPr>
          <p:nvPr/>
        </p:nvSpPr>
        <p:spPr>
          <a:xfrm xmlns:a="http://schemas.openxmlformats.org/drawingml/2006/main">
            <a:off x="819150"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目的と現在の文脈</a:t>
            </a:r>
          </a:p>
        </p:txBody>
      </p:sp>
      <p:sp>
        <p:nvSpPr>
          <p:cNvPr id="15" name="">
            <a:extLst xmlns:a="http://schemas.openxmlformats.org/drawingml/2006/main">
              <a:ext uri="{FF2B5EF4-FFF2-40B4-BE49-F238E27FC236}">
                <a16:creationId xmlns:a16="http://schemas.microsoft.com/office/drawing/2014/main" id="{1DA9E93C-CE92-4017-AF0E-743C520913B8}"/>
              </a:ext>
            </a:extLst>
          </p:cNvPr>
          <p:cNvSpPr>
            <a:spLocks xmlns:a="http://schemas.openxmlformats.org/drawingml/2006/main" noGrp="1"/>
          </p:cNvSpPr>
          <p:nvPr/>
        </p:nvSpPr>
        <p:spPr>
          <a:xfrm xmlns:a="http://schemas.openxmlformats.org/drawingml/2006/main">
            <a:off x="3405188"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13D7761B-7C28-4C65-BBEC-7287E203E77D}"/>
              </a:ext>
            </a:extLst>
          </p:cNvPr>
          <p:cNvSpPr>
            <a:spLocks xmlns:a="http://schemas.openxmlformats.org/drawingml/2006/main" noGrp="1"/>
          </p:cNvSpPr>
          <p:nvPr/>
        </p:nvSpPr>
        <p:spPr>
          <a:xfrm xmlns:a="http://schemas.openxmlformats.org/drawingml/2006/main">
            <a:off x="3405188" y="2190750"/>
            <a:ext cx="2624138"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E0E32B4-BB63-4A18-94A2-85C72C55B7FC}"/>
              </a:ext>
            </a:extLst>
          </p:cNvPr>
          <p:cNvSpPr>
            <a:spLocks xmlns:a="http://schemas.openxmlformats.org/drawingml/2006/main" noGrp="1"/>
          </p:cNvSpPr>
          <p:nvPr/>
        </p:nvSpPr>
        <p:spPr>
          <a:xfrm xmlns:a="http://schemas.openxmlformats.org/drawingml/2006/main">
            <a:off x="3576638"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5EE12BE3-738B-48E7-881A-B62D36A01BD2}"/>
              </a:ext>
            </a:extLst>
          </p:cNvPr>
          <p:cNvSpPr>
            <a:spLocks xmlns:a="http://schemas.openxmlformats.org/drawingml/2006/main" noGrp="1"/>
          </p:cNvSpPr>
          <p:nvPr/>
        </p:nvSpPr>
        <p:spPr>
          <a:xfrm xmlns:a="http://schemas.openxmlformats.org/drawingml/2006/main">
            <a:off x="3576638"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client</a:t>
            </a:r>
          </a:p>
        </p:txBody>
      </p:sp>
      <p:sp>
        <p:nvSpPr>
          <p:cNvPr id="19" name="">
            <a:extLst xmlns:a="http://schemas.openxmlformats.org/drawingml/2006/main">
              <a:ext uri="{FF2B5EF4-FFF2-40B4-BE49-F238E27FC236}">
                <a16:creationId xmlns:a16="http://schemas.microsoft.com/office/drawing/2014/main" id="{5B459926-B87F-4310-9F26-E55A2A2FBD7E}"/>
              </a:ext>
            </a:extLst>
          </p:cNvPr>
          <p:cNvSpPr>
            <a:spLocks xmlns:a="http://schemas.openxmlformats.org/drawingml/2006/main" noGrp="1"/>
          </p:cNvSpPr>
          <p:nvPr/>
        </p:nvSpPr>
        <p:spPr>
          <a:xfrm xmlns:a="http://schemas.openxmlformats.org/drawingml/2006/main">
            <a:off x="3576638"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利用可能なToolを提示</a:t>
            </a:r>
          </a:p>
        </p:txBody>
      </p:sp>
      <p:sp>
        <p:nvSpPr>
          <p:cNvPr id="20" name="">
            <a:extLst xmlns:a="http://schemas.openxmlformats.org/drawingml/2006/main">
              <a:ext uri="{FF2B5EF4-FFF2-40B4-BE49-F238E27FC236}">
                <a16:creationId xmlns:a16="http://schemas.microsoft.com/office/drawing/2014/main" id="{A8B228F9-EF98-4C91-9E34-6A5442169692}"/>
              </a:ext>
            </a:extLst>
          </p:cNvPr>
          <p:cNvSpPr>
            <a:spLocks xmlns:a="http://schemas.openxmlformats.org/drawingml/2006/main" noGrp="1"/>
          </p:cNvSpPr>
          <p:nvPr/>
        </p:nvSpPr>
        <p:spPr>
          <a:xfrm xmlns:a="http://schemas.openxmlformats.org/drawingml/2006/main">
            <a:off x="6162675"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BB8914E7-8A6E-4D59-A002-F6270387218B}"/>
              </a:ext>
            </a:extLst>
          </p:cNvPr>
          <p:cNvSpPr>
            <a:spLocks xmlns:a="http://schemas.openxmlformats.org/drawingml/2006/main" noGrp="1"/>
          </p:cNvSpPr>
          <p:nvPr/>
        </p:nvSpPr>
        <p:spPr>
          <a:xfrm xmlns:a="http://schemas.openxmlformats.org/drawingml/2006/main">
            <a:off x="6162675" y="2190750"/>
            <a:ext cx="2624138"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066F108-63A5-4F74-AC34-8963EABA17AD}"/>
              </a:ext>
            </a:extLst>
          </p:cNvPr>
          <p:cNvSpPr>
            <a:spLocks xmlns:a="http://schemas.openxmlformats.org/drawingml/2006/main" noGrp="1"/>
          </p:cNvSpPr>
          <p:nvPr/>
        </p:nvSpPr>
        <p:spPr>
          <a:xfrm xmlns:a="http://schemas.openxmlformats.org/drawingml/2006/main">
            <a:off x="6334125"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1F201E5C-884C-44FE-8604-70768F27D563}"/>
              </a:ext>
            </a:extLst>
          </p:cNvPr>
          <p:cNvSpPr>
            <a:spLocks xmlns:a="http://schemas.openxmlformats.org/drawingml/2006/main" noGrp="1"/>
          </p:cNvSpPr>
          <p:nvPr/>
        </p:nvSpPr>
        <p:spPr>
          <a:xfrm xmlns:a="http://schemas.openxmlformats.org/drawingml/2006/main">
            <a:off x="6334125"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 server</a:t>
            </a:r>
          </a:p>
        </p:txBody>
      </p:sp>
      <p:sp>
        <p:nvSpPr>
          <p:cNvPr id="24" name="">
            <a:extLst xmlns:a="http://schemas.openxmlformats.org/drawingml/2006/main">
              <a:ext uri="{FF2B5EF4-FFF2-40B4-BE49-F238E27FC236}">
                <a16:creationId xmlns:a16="http://schemas.microsoft.com/office/drawing/2014/main" id="{FCF72637-0B40-4CEB-8BF6-2ACDBFF618B7}"/>
              </a:ext>
            </a:extLst>
          </p:cNvPr>
          <p:cNvSpPr>
            <a:spLocks xmlns:a="http://schemas.openxmlformats.org/drawingml/2006/main" noGrp="1"/>
          </p:cNvSpPr>
          <p:nvPr/>
        </p:nvSpPr>
        <p:spPr>
          <a:xfrm xmlns:a="http://schemas.openxmlformats.org/drawingml/2006/main">
            <a:off x="6334125"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GitHubなどへ接続</a:t>
            </a:r>
          </a:p>
        </p:txBody>
      </p:sp>
      <p:sp>
        <p:nvSpPr>
          <p:cNvPr id="25" name="">
            <a:extLst xmlns:a="http://schemas.openxmlformats.org/drawingml/2006/main">
              <a:ext uri="{FF2B5EF4-FFF2-40B4-BE49-F238E27FC236}">
                <a16:creationId xmlns:a16="http://schemas.microsoft.com/office/drawing/2014/main" id="{5DEBEEB2-95A7-437A-B16B-C3A68FEAE05F}"/>
              </a:ext>
            </a:extLst>
          </p:cNvPr>
          <p:cNvSpPr>
            <a:spLocks xmlns:a="http://schemas.openxmlformats.org/drawingml/2006/main" noGrp="1"/>
          </p:cNvSpPr>
          <p:nvPr/>
        </p:nvSpPr>
        <p:spPr>
          <a:xfrm xmlns:a="http://schemas.openxmlformats.org/drawingml/2006/main">
            <a:off x="8920163" y="2190750"/>
            <a:ext cx="26241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ACC2460D-9FF2-4063-B5E4-5E382576C8FB}"/>
              </a:ext>
            </a:extLst>
          </p:cNvPr>
          <p:cNvSpPr>
            <a:spLocks xmlns:a="http://schemas.openxmlformats.org/drawingml/2006/main" noGrp="1"/>
          </p:cNvSpPr>
          <p:nvPr/>
        </p:nvSpPr>
        <p:spPr>
          <a:xfrm xmlns:a="http://schemas.openxmlformats.org/drawingml/2006/main">
            <a:off x="8920163" y="2190750"/>
            <a:ext cx="2624138"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79E0EB9-4917-416D-8275-1B8C992A18DF}"/>
              </a:ext>
            </a:extLst>
          </p:cNvPr>
          <p:cNvSpPr>
            <a:spLocks xmlns:a="http://schemas.openxmlformats.org/drawingml/2006/main" noGrp="1"/>
          </p:cNvSpPr>
          <p:nvPr/>
        </p:nvSpPr>
        <p:spPr>
          <a:xfrm xmlns:a="http://schemas.openxmlformats.org/drawingml/2006/main">
            <a:off x="9091613" y="2362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5811EBC3-D659-4C6A-B420-2F996D9A217E}"/>
              </a:ext>
            </a:extLst>
          </p:cNvPr>
          <p:cNvSpPr>
            <a:spLocks xmlns:a="http://schemas.openxmlformats.org/drawingml/2006/main" noGrp="1"/>
          </p:cNvSpPr>
          <p:nvPr/>
        </p:nvSpPr>
        <p:spPr>
          <a:xfrm xmlns:a="http://schemas.openxmlformats.org/drawingml/2006/main">
            <a:off x="9091613" y="2743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Tool</a:t>
            </a:r>
          </a:p>
        </p:txBody>
      </p:sp>
      <p:sp>
        <p:nvSpPr>
          <p:cNvPr id="29" name="">
            <a:extLst xmlns:a="http://schemas.openxmlformats.org/drawingml/2006/main">
              <a:ext uri="{FF2B5EF4-FFF2-40B4-BE49-F238E27FC236}">
                <a16:creationId xmlns:a16="http://schemas.microsoft.com/office/drawing/2014/main" id="{DD8A9DAF-29FC-408C-B383-7D2C1210D9E1}"/>
              </a:ext>
            </a:extLst>
          </p:cNvPr>
          <p:cNvSpPr>
            <a:spLocks xmlns:a="http://schemas.openxmlformats.org/drawingml/2006/main" noGrp="1"/>
          </p:cNvSpPr>
          <p:nvPr/>
        </p:nvSpPr>
        <p:spPr>
          <a:xfrm xmlns:a="http://schemas.openxmlformats.org/drawingml/2006/main">
            <a:off x="9091613" y="3124200"/>
            <a:ext cx="22812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read / writeの操作</a:t>
            </a:r>
          </a:p>
        </p:txBody>
      </p:sp>
      <p:sp>
        <p:nvSpPr>
          <p:cNvPr id="30" name="">
            <a:extLst xmlns:a="http://schemas.openxmlformats.org/drawingml/2006/main">
              <a:ext uri="{FF2B5EF4-FFF2-40B4-BE49-F238E27FC236}">
                <a16:creationId xmlns:a16="http://schemas.microsoft.com/office/drawing/2014/main" id="{7FACC6AC-F079-4A1F-955F-575D414977B9}"/>
              </a:ext>
            </a:extLst>
          </p:cNvPr>
          <p:cNvSpPr>
            <a:spLocks xmlns:a="http://schemas.openxmlformats.org/drawingml/2006/main" noGrp="1"/>
          </p:cNvSpPr>
          <p:nvPr/>
        </p:nvSpPr>
        <p:spPr>
          <a:xfrm xmlns:a="http://schemas.openxmlformats.org/drawingml/2006/main">
            <a:off x="1809750" y="4191000"/>
            <a:ext cx="8572500" cy="1047750"/>
          </a:xfrm>
          <a:prstGeom xmlns:a="http://schemas.openxmlformats.org/drawingml/2006/main" prst="roundRect">
            <a:avLst>
              <a:gd name="adj" fmla="val 7273"/>
            </a:avLst>
          </a:prstGeom>
          <a:solidFill xmlns:a="http://schemas.openxmlformats.org/drawingml/2006/main">
            <a:srgbClr val="071A2B"/>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3782E45-2499-4FA1-A608-4B347C484216}"/>
              </a:ext>
            </a:extLst>
          </p:cNvPr>
          <p:cNvSpPr>
            <a:spLocks xmlns:a="http://schemas.openxmlformats.org/drawingml/2006/main" noGrp="1"/>
          </p:cNvSpPr>
          <p:nvPr/>
        </p:nvSpPr>
        <p:spPr>
          <a:xfrm xmlns:a="http://schemas.openxmlformats.org/drawingml/2006/main">
            <a:off x="2190750" y="44386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2025" b="1">
                <a:solidFill>
                  <a:srgbClr val="FFFFFF"/>
                </a:solidFill>
                <a:latin typeface="Yu Gothic UI"/>
                <a:ea typeface="Yu Gothic UI"/>
                <a:cs typeface="Yu Gothic UI"/>
              </a:defRPr>
            </a:pPr>
            <a:r>
              <a:rPr sz="2025" b="1">
                <a:solidFill>
                  <a:srgbClr val="FFFFFF"/>
                </a:solidFill>
                <a:latin typeface="Yu Gothic UI"/>
                <a:ea typeface="Yu Gothic UI"/>
                <a:cs typeface="Yu Gothic UI"/>
              </a:rPr>
              <a:t>接続済み ≠ 実行してよい</a:t>
            </a:r>
          </a:p>
        </p:txBody>
      </p:sp>
      <p:sp>
        <p:nvSpPr>
          <p:cNvPr id="32" name="">
            <a:extLst xmlns:a="http://schemas.openxmlformats.org/drawingml/2006/main">
              <a:ext uri="{FF2B5EF4-FFF2-40B4-BE49-F238E27FC236}">
                <a16:creationId xmlns:a16="http://schemas.microsoft.com/office/drawing/2014/main" id="{8637E8F8-1650-418B-9C8F-A8AFC7E8A58D}"/>
              </a:ext>
            </a:extLst>
          </p:cNvPr>
          <p:cNvSpPr>
            <a:spLocks xmlns:a="http://schemas.openxmlformats.org/drawingml/2006/main" noGrp="1"/>
          </p:cNvSpPr>
          <p:nvPr/>
        </p:nvSpPr>
        <p:spPr>
          <a:xfrm xmlns:a="http://schemas.openxmlformats.org/drawingml/2006/main">
            <a:off x="2190750" y="4876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a:solidFill>
                  <a:srgbClr val="B9D6E4"/>
                </a:solidFill>
                <a:latin typeface="Yu Gothic UI"/>
                <a:ea typeface="Yu Gothic UI"/>
                <a:cs typeface="Yu Gothic UI"/>
              </a:defRPr>
            </a:pPr>
            <a:r>
              <a:rPr sz="1125">
                <a:solidFill>
                  <a:srgbClr val="B9D6E4"/>
                </a:solidFill>
                <a:latin typeface="Yu Gothic UI"/>
                <a:ea typeface="Yu Gothic UI"/>
                <a:cs typeface="Yu Gothic UI"/>
              </a:rPr>
              <a:t>今回はGitHubのbranch / commit / Pages状態を読み取り確認。書き込みToolは使わない。</a:t>
            </a:r>
          </a:p>
        </p:txBody>
      </p:sp>
    </p:spTree>
    <p:extLst>
      <p:ext uri="{BB962C8B-B14F-4D97-AF65-F5344CB8AC3E}">
        <p14:creationId xmlns:p14="http://schemas.microsoft.com/office/powerpoint/2010/main" val="10182684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26CB7AC-4C6A-43D1-8390-0A35581953A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BF193663-A5EE-4C50-94F5-4F317F6D60A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DCDC7B91-A4F8-4EEE-9490-FDC9A65356EE}"/>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267450A9-414D-4210-87BB-7FE8EEC934E0}"/>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PROMPT 6  |  PUBLISH</a:t>
            </a:r>
          </a:p>
        </p:txBody>
      </p:sp>
      <p:sp>
        <p:nvSpPr>
          <p:cNvPr id="6" name="TextBox 5">
            <a:extLst xmlns:a="http://schemas.openxmlformats.org/drawingml/2006/main">
              <a:ext uri="{FF2B5EF4-FFF2-40B4-BE49-F238E27FC236}">
                <a16:creationId xmlns:a16="http://schemas.microsoft.com/office/drawing/2014/main" id="{7DDBBD43-6CDB-4AC1-BEC7-284DB281B00B}"/>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公開は自動で始めず、差分確認と人の明示承認を必須にします</a:t>
            </a:r>
          </a:p>
        </p:txBody>
      </p:sp>
      <p:sp>
        <p:nvSpPr>
          <p:cNvPr id="7" name="Rectangle 6">
            <a:extLst xmlns:a="http://schemas.openxmlformats.org/drawingml/2006/main">
              <a:ext uri="{FF2B5EF4-FFF2-40B4-BE49-F238E27FC236}">
                <a16:creationId xmlns:a16="http://schemas.microsoft.com/office/drawing/2014/main" id="{B2BEFB2F-03FA-46F9-ADA8-740B6910556C}"/>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6CC85336-3532-402D-986C-B0A621CBF5E9}"/>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D2913A3C-B665-4346-A3A4-77AE8A26ACEC}"/>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21 / 26</a:t>
            </a:r>
          </a:p>
        </p:txBody>
      </p:sp>
      <p:pic>
        <p:nvPicPr>
          <p:cNvPr id="32" name="Picture 16"/>
          <p:cNvPicPr>
            <a:picLocks xmlns:a="http://schemas.openxmlformats.org/drawingml/2006/main" noChangeAspect="1"/>
          </p:cNvPicPr>
          <p:nvPr/>
        </p:nvPicPr>
        <p:blipFill>
          <a:blip xmlns:r="http://schemas.openxmlformats.org/officeDocument/2006/relationships" xmlns:a="http://schemas.openxmlformats.org/drawingml/2006/main" r:embed="R6f6fc6ba76774297"/>
          <a:stretch xmlns:a="http://schemas.openxmlformats.org/drawingml/2006/main">
            <a:fillRect l="0" t="0" r="0" b="0"/>
          </a:stretch>
        </p:blipFill>
        <p:spPr>
          <a:xfrm xmlns:a="http://schemas.openxmlformats.org/drawingml/2006/main">
            <a:off x="0" y="0"/>
            <a:ext cx="9525" cy="9525"/>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007F2B9-947B-4E0E-A9D1-BD5590533931}"/>
              </a:ext>
            </a:extLst>
          </p:cNvPr>
          <p:cNvSpPr>
            <a:spLocks xmlns:a="http://schemas.openxmlformats.org/drawingml/2006/main" noGrp="1"/>
          </p:cNvSpPr>
          <p:nvPr/>
        </p:nvSpPr>
        <p:spPr>
          <a:xfrm xmlns:a="http://schemas.openxmlformats.org/drawingml/2006/main">
            <a:off x="647700" y="1562100"/>
            <a:ext cx="10896600" cy="4381500"/>
          </a:xfrm>
          <a:prstGeom xmlns:a="http://schemas.openxmlformats.org/drawingml/2006/main" prst="roundRect">
            <a:avLst>
              <a:gd name="adj" fmla="val 1739"/>
            </a:avLst>
          </a:prstGeom>
          <a:solidFill xmlns:a="http://schemas.openxmlformats.org/drawingml/2006/main">
            <a:srgbClr val="071A2B"/>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CA90722-08BB-4333-A163-8C2758694A42}"/>
              </a:ext>
            </a:extLst>
          </p:cNvPr>
          <p:cNvSpPr>
            <a:spLocks xmlns:a="http://schemas.openxmlformats.org/drawingml/2006/main" noGrp="1"/>
          </p:cNvSpPr>
          <p:nvPr/>
        </p:nvSpPr>
        <p:spPr>
          <a:xfrm xmlns:a="http://schemas.openxmlformats.org/drawingml/2006/main">
            <a:off x="895350" y="1790700"/>
            <a:ext cx="18097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PUBLISH</a:t>
            </a:r>
          </a:p>
        </p:txBody>
      </p:sp>
      <p:sp>
        <p:nvSpPr>
          <p:cNvPr id="20" name="">
            <a:extLst xmlns:a="http://schemas.openxmlformats.org/drawingml/2006/main">
              <a:ext uri="{FF2B5EF4-FFF2-40B4-BE49-F238E27FC236}">
                <a16:creationId xmlns:a16="http://schemas.microsoft.com/office/drawing/2014/main" id="{E3922A73-4BDB-44C9-A2CE-BCFA021C8E05}"/>
              </a:ext>
            </a:extLst>
          </p:cNvPr>
          <p:cNvSpPr>
            <a:spLocks xmlns:a="http://schemas.openxmlformats.org/drawingml/2006/main" noGrp="1"/>
          </p:cNvSpPr>
          <p:nvPr/>
        </p:nvSpPr>
        <p:spPr>
          <a:xfrm xmlns:a="http://schemas.openxmlformats.org/drawingml/2006/main">
            <a:off x="9239250" y="1857375"/>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PASTE EXACTLY</a:t>
            </a:r>
          </a:p>
        </p:txBody>
      </p:sp>
      <p:sp>
        <p:nvSpPr>
          <p:cNvPr id="21" name="">
            <a:extLst xmlns:a="http://schemas.openxmlformats.org/drawingml/2006/main">
              <a:ext uri="{FF2B5EF4-FFF2-40B4-BE49-F238E27FC236}">
                <a16:creationId xmlns:a16="http://schemas.microsoft.com/office/drawing/2014/main" id="{34064C1D-639E-4428-B2FA-C1A6BB68A9ED}"/>
              </a:ext>
            </a:extLst>
          </p:cNvPr>
          <p:cNvSpPr>
            <a:spLocks xmlns:a="http://schemas.openxmlformats.org/drawingml/2006/main" noGrp="1"/>
          </p:cNvSpPr>
          <p:nvPr/>
        </p:nvSpPr>
        <p:spPr>
          <a:xfrm xmlns:a="http://schemas.openxmlformats.org/drawingml/2006/main">
            <a:off x="895350" y="2343150"/>
            <a:ext cx="10401300" cy="3105150"/>
          </a:xfrm>
          <a:prstGeom xmlns:a="http://schemas.openxmlformats.org/drawingml/2006/main" prst="roundRect">
            <a:avLst>
              <a:gd name="adj" fmla="val 2454"/>
            </a:avLst>
          </a:prstGeom>
          <a:solidFill xmlns:a="http://schemas.openxmlformats.org/drawingml/2006/main">
            <a:srgbClr val="102B3B"/>
          </a:solidFill>
          <a:ln xmlns:a="http://schemas.openxmlformats.org/drawingml/2006/main" w="11430">
            <a:solidFill>
              <a:srgbClr val="2E536A"/>
            </a:solidFill>
            <a:prstDash val="solid"/>
          </a:ln>
        </p:spPr>
      </p:sp>
      <p:sp>
        <p:nvSpPr>
          <p:cNvPr id="22" name="">
            <a:extLst xmlns:a="http://schemas.openxmlformats.org/drawingml/2006/main">
              <a:ext uri="{FF2B5EF4-FFF2-40B4-BE49-F238E27FC236}">
                <a16:creationId xmlns:a16="http://schemas.microsoft.com/office/drawing/2014/main" id="{2DE677C0-24C3-4296-92A6-ED9EFA46501D}"/>
              </a:ext>
            </a:extLst>
          </p:cNvPr>
          <p:cNvSpPr>
            <a:spLocks xmlns:a="http://schemas.openxmlformats.org/drawingml/2006/main" noGrp="1"/>
          </p:cNvSpPr>
          <p:nvPr/>
        </p:nvSpPr>
        <p:spPr>
          <a:xfrm xmlns:a="http://schemas.openxmlformats.org/drawingml/2006/main">
            <a:off x="1104900" y="2476500"/>
            <a:ext cx="9982200" cy="2800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20"/>
          </a:bodyPr>
          <a:lstStyle xmlns:a="http://schemas.openxmlformats.org/drawingml/2006/main"/>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Prompt 6 / GitHub Pagesへ公開する</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完成したAI Agent Learning Hubを専用公開先へGitHub Pagesで公開する準備をしてください。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リポジトリ: https://github.com/kanta13jp1/mighty-link-antigravity-live-demo</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ブランチ: main</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 公開URL: https://kanta13jp1.github.io/mighty-link-antigravity-live-demo/</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git status、git diff --stat、git remote -v、現在branchを確認し、remoteまたはbranchが一致しなければ何も変更せず停止してください。.env、認証情報、トークン、個人情報、顧客情報が追跡対象にないことと、SITE_BRIEF.mdにSYNTHETIC_DATA_ONLYがあることを確認してください。`.agents/skills/`は公開対象へadd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公開予定ファイルをindex.html、styles.css、app.js、assets/workshop-hero.pngに限定し、commit messageと公開URLを報告したら必ず停止して「公開してもよいですか？」と質問してください。私が正確に「公開して」と答えるまでgit add、commit、push、GitHub設定変更を実行しないでください。</a:t>
            </a:r>
          </a:p>
          <a:p xmlns:a="http://schemas.openxmlformats.org/drawingml/2006/main">
            <a:r>
              <a:t/>
            </a:r>
          </a:p>
          <a:p xmlns:a="http://schemas.openxmlformats.org/drawingml/2006/main">
            <a:pPr>
              <a:lnSpc>
                <a:spcPct val="103000"/>
              </a:lnSpc>
              <a:buNone/>
              <a:defRPr sz="1065">
                <a:solidFill>
                  <a:srgbClr val="EDF6FA"/>
                </a:solidFill>
                <a:latin typeface="Yu Gothic UI"/>
                <a:ea typeface="Yu Gothic UI"/>
                <a:cs typeface="Yu Gothic UI"/>
              </a:defRPr>
            </a:pPr>
            <a:r>
              <a:rPr sz="1065">
                <a:solidFill>
                  <a:srgbClr val="EDF6FA"/>
                </a:solidFill>
                <a:latin typeface="Yu Gothic UI"/>
                <a:ea typeface="Yu Gothic UI"/>
                <a:cs typeface="Yu Gothic UI"/>
              </a:rPr>
              <a:t>「公開して」の後だけ指定したサイトファイルをaddし、`Publish AI agent learning hub demo`でcommitしてmainへpushしてください。Pages完了を最大3分待ち、HTTPS、タイトル、5製品、フィルター件数5・4・1・5、2製品比較を公開URLで確認し、「commit／公開URL／確認／未解決」を4行で報告してください。</a:t>
            </a:r>
          </a:p>
        </p:txBody>
      </p:sp>
      <p:sp>
        <p:nvSpPr>
          <p:cNvPr id="23" name="">
            <a:extLst xmlns:a="http://schemas.openxmlformats.org/drawingml/2006/main">
              <a:ext uri="{FF2B5EF4-FFF2-40B4-BE49-F238E27FC236}">
                <a16:creationId xmlns:a16="http://schemas.microsoft.com/office/drawing/2014/main" id="{74A9991B-EA08-4B5B-B626-49AF4E3C8F34}"/>
              </a:ext>
            </a:extLst>
          </p:cNvPr>
          <p:cNvSpPr>
            <a:spLocks xmlns:a="http://schemas.openxmlformats.org/drawingml/2006/main" noGrp="1"/>
          </p:cNvSpPr>
          <p:nvPr/>
        </p:nvSpPr>
        <p:spPr>
          <a:xfrm xmlns:a="http://schemas.openxmlformats.org/drawingml/2006/main">
            <a:off x="895350" y="5581650"/>
            <a:ext cx="1040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00">
                <a:solidFill>
                  <a:srgbClr val="9FC2D4"/>
                </a:solidFill>
                <a:latin typeface="Yu Gothic UI"/>
                <a:ea typeface="Yu Gothic UI"/>
                <a:cs typeface="Yu Gothic UI"/>
              </a:defRPr>
            </a:pPr>
            <a:r>
              <a:rPr sz="900">
                <a:solidFill>
                  <a:srgbClr val="9FC2D4"/>
                </a:solidFill>
                <a:latin typeface="Yu Gothic UI"/>
                <a:ea typeface="Yu Gothic UI"/>
                <a:cs typeface="Yu Gothic UI"/>
              </a:rPr>
              <a:t>正本: docs/demo/antigravity_workshop/PROMPT_06_PUBLISH.txt</a:t>
            </a:r>
          </a:p>
        </p:txBody>
      </p:sp>
    </p:spTree>
    <p:extLst>
      <p:ext uri="{BB962C8B-B14F-4D97-AF65-F5344CB8AC3E}">
        <p14:creationId xmlns:p14="http://schemas.microsoft.com/office/powerpoint/2010/main" val="107929079"/>
      </p:ext>
    </p:extLst>
  </p:cSld>
</p:sld>
</file>

<file path=ppt/slides/slide2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PUBLIC PROOF  |  SUCCESS</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『公開して』の後だけ、4つの証拠を揃えます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22 / 26</a:t>
            </a:r>
          </a:p>
        </p:txBody>
      </p:sp>
      <p:sp>
        <p:nvSpPr>
          <p:cNvPr id="10" name="">
            <a:extLst xmlns:a="http://schemas.openxmlformats.org/drawingml/2006/main">
              <a:ext uri="{FF2B5EF4-FFF2-40B4-BE49-F238E27FC236}">
                <a16:creationId xmlns:a16="http://schemas.microsoft.com/office/drawing/2014/main" id="{8A81BD3F-F13F-4914-8907-C38D607EB7AC}"/>
              </a:ext>
            </a:extLst>
          </p:cNvPr>
          <p:cNvSpPr>
            <a:spLocks xmlns:a="http://schemas.openxmlformats.org/drawingml/2006/main" noGrp="1"/>
          </p:cNvSpPr>
          <p:nvPr/>
        </p:nvSpPr>
        <p:spPr>
          <a:xfrm xmlns:a="http://schemas.openxmlformats.org/drawingml/2006/main">
            <a:off x="647700"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51933E10-5F42-4895-871E-2A63ACEE5B5D}"/>
              </a:ext>
            </a:extLst>
          </p:cNvPr>
          <p:cNvSpPr>
            <a:spLocks xmlns:a="http://schemas.openxmlformats.org/drawingml/2006/main" noGrp="1"/>
          </p:cNvSpPr>
          <p:nvPr/>
        </p:nvSpPr>
        <p:spPr>
          <a:xfrm xmlns:a="http://schemas.openxmlformats.org/drawingml/2006/main">
            <a:off x="647700" y="1771650"/>
            <a:ext cx="2595563" cy="571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52715C3-9F5B-40F0-8B80-DBFB0509A4F6}"/>
              </a:ext>
            </a:extLst>
          </p:cNvPr>
          <p:cNvSpPr>
            <a:spLocks xmlns:a="http://schemas.openxmlformats.org/drawingml/2006/main" noGrp="1"/>
          </p:cNvSpPr>
          <p:nvPr/>
        </p:nvSpPr>
        <p:spPr>
          <a:xfrm xmlns:a="http://schemas.openxmlformats.org/drawingml/2006/main">
            <a:off x="857250"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00A5E3"/>
                </a:solidFill>
                <a:latin typeface="Yu Gothic UI"/>
                <a:ea typeface="Yu Gothic UI"/>
                <a:cs typeface="Yu Gothic UI"/>
              </a:defRPr>
            </a:pPr>
            <a:r>
              <a:rPr sz="1575" b="1">
                <a:solidFill>
                  <a:srgbClr val="00A5E3"/>
                </a:solidFill>
                <a:latin typeface="Yu Gothic UI"/>
                <a:ea typeface="Yu Gothic UI"/>
                <a:cs typeface="Yu Gothic UI"/>
              </a:rPr>
              <a:t>DECISION</a:t>
            </a:r>
          </a:p>
        </p:txBody>
      </p:sp>
      <p:sp>
        <p:nvSpPr>
          <p:cNvPr id="13" name="">
            <a:extLst xmlns:a="http://schemas.openxmlformats.org/drawingml/2006/main">
              <a:ext uri="{FF2B5EF4-FFF2-40B4-BE49-F238E27FC236}">
                <a16:creationId xmlns:a16="http://schemas.microsoft.com/office/drawing/2014/main" id="{4A19765A-FBD3-4F68-BCCC-3585247537EA}"/>
              </a:ext>
            </a:extLst>
          </p:cNvPr>
          <p:cNvSpPr>
            <a:spLocks xmlns:a="http://schemas.openxmlformats.org/drawingml/2006/main" noGrp="1"/>
          </p:cNvSpPr>
          <p:nvPr/>
        </p:nvSpPr>
        <p:spPr>
          <a:xfrm xmlns:a="http://schemas.openxmlformats.org/drawingml/2006/main">
            <a:off x="857250"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remote / branch / diff</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秘密情報なし</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人の承認</a:t>
            </a:r>
          </a:p>
        </p:txBody>
      </p:sp>
      <p:sp>
        <p:nvSpPr>
          <p:cNvPr id="14" name="">
            <a:extLst xmlns:a="http://schemas.openxmlformats.org/drawingml/2006/main">
              <a:ext uri="{FF2B5EF4-FFF2-40B4-BE49-F238E27FC236}">
                <a16:creationId xmlns:a16="http://schemas.microsoft.com/office/drawing/2014/main" id="{D5E74F62-D713-4C40-A03B-B5DF7A75D00B}"/>
              </a:ext>
            </a:extLst>
          </p:cNvPr>
          <p:cNvSpPr>
            <a:spLocks xmlns:a="http://schemas.openxmlformats.org/drawingml/2006/main" noGrp="1"/>
          </p:cNvSpPr>
          <p:nvPr/>
        </p:nvSpPr>
        <p:spPr>
          <a:xfrm xmlns:a="http://schemas.openxmlformats.org/drawingml/2006/main">
            <a:off x="857250" y="4686300"/>
            <a:ext cx="609600" cy="323850"/>
          </a:xfrm>
          <a:prstGeom xmlns:a="http://schemas.openxmlformats.org/drawingml/2006/main" prst="roundRect">
            <a:avLst>
              <a:gd name="adj" fmla="val 23529"/>
            </a:avLst>
          </a:prstGeom>
          <a:solidFill xmlns:a="http://schemas.openxmlformats.org/drawingml/2006/main">
            <a:srgbClr val="00A5E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01</a:t>
            </a:r>
          </a:p>
        </p:txBody>
      </p:sp>
      <p:sp>
        <p:nvSpPr>
          <p:cNvPr id="15" name="">
            <a:extLst xmlns:a="http://schemas.openxmlformats.org/drawingml/2006/main">
              <a:ext uri="{FF2B5EF4-FFF2-40B4-BE49-F238E27FC236}">
                <a16:creationId xmlns:a16="http://schemas.microsoft.com/office/drawing/2014/main" id="{42A6F307-8A88-4232-9624-B8B7A3074078}"/>
              </a:ext>
            </a:extLst>
          </p:cNvPr>
          <p:cNvSpPr>
            <a:spLocks xmlns:a="http://schemas.openxmlformats.org/drawingml/2006/main" noGrp="1"/>
          </p:cNvSpPr>
          <p:nvPr/>
        </p:nvSpPr>
        <p:spPr>
          <a:xfrm xmlns:a="http://schemas.openxmlformats.org/drawingml/2006/main">
            <a:off x="3414713"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934D174E-3B58-4A0E-82DC-870E2EE1CD68}"/>
              </a:ext>
            </a:extLst>
          </p:cNvPr>
          <p:cNvSpPr>
            <a:spLocks xmlns:a="http://schemas.openxmlformats.org/drawingml/2006/main" noGrp="1"/>
          </p:cNvSpPr>
          <p:nvPr/>
        </p:nvSpPr>
        <p:spPr>
          <a:xfrm xmlns:a="http://schemas.openxmlformats.org/drawingml/2006/main">
            <a:off x="3414713" y="1771650"/>
            <a:ext cx="2595563" cy="5715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46F244E-3136-43A1-BEDD-1C2E6B331DC2}"/>
              </a:ext>
            </a:extLst>
          </p:cNvPr>
          <p:cNvSpPr>
            <a:spLocks xmlns:a="http://schemas.openxmlformats.org/drawingml/2006/main" noGrp="1"/>
          </p:cNvSpPr>
          <p:nvPr/>
        </p:nvSpPr>
        <p:spPr>
          <a:xfrm xmlns:a="http://schemas.openxmlformats.org/drawingml/2006/main">
            <a:off x="3624263"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EF7E00"/>
                </a:solidFill>
                <a:latin typeface="Yu Gothic UI"/>
                <a:ea typeface="Yu Gothic UI"/>
                <a:cs typeface="Yu Gothic UI"/>
              </a:defRPr>
            </a:pPr>
            <a:r>
              <a:rPr sz="1575" b="1">
                <a:solidFill>
                  <a:srgbClr val="EF7E00"/>
                </a:solidFill>
                <a:latin typeface="Yu Gothic UI"/>
                <a:ea typeface="Yu Gothic UI"/>
                <a:cs typeface="Yu Gothic UI"/>
              </a:rPr>
              <a:t>COMMIT</a:t>
            </a:r>
          </a:p>
        </p:txBody>
      </p:sp>
      <p:sp>
        <p:nvSpPr>
          <p:cNvPr id="18" name="">
            <a:extLst xmlns:a="http://schemas.openxmlformats.org/drawingml/2006/main">
              <a:ext uri="{FF2B5EF4-FFF2-40B4-BE49-F238E27FC236}">
                <a16:creationId xmlns:a16="http://schemas.microsoft.com/office/drawing/2014/main" id="{E210BA66-7219-4E9B-9F38-7D2E05818F68}"/>
              </a:ext>
            </a:extLst>
          </p:cNvPr>
          <p:cNvSpPr>
            <a:spLocks xmlns:a="http://schemas.openxmlformats.org/drawingml/2006/main" noGrp="1"/>
          </p:cNvSpPr>
          <p:nvPr/>
        </p:nvSpPr>
        <p:spPr>
          <a:xfrm xmlns:a="http://schemas.openxmlformats.org/drawingml/2006/main">
            <a:off x="3624263"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指定4ファイルだけ</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message固定</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mainへpush</a:t>
            </a:r>
          </a:p>
        </p:txBody>
      </p:sp>
      <p:sp>
        <p:nvSpPr>
          <p:cNvPr id="19" name="">
            <a:extLst xmlns:a="http://schemas.openxmlformats.org/drawingml/2006/main">
              <a:ext uri="{FF2B5EF4-FFF2-40B4-BE49-F238E27FC236}">
                <a16:creationId xmlns:a16="http://schemas.microsoft.com/office/drawing/2014/main" id="{422D71ED-CA41-4EB0-BE73-C8B04FE3352D}"/>
              </a:ext>
            </a:extLst>
          </p:cNvPr>
          <p:cNvSpPr>
            <a:spLocks xmlns:a="http://schemas.openxmlformats.org/drawingml/2006/main" noGrp="1"/>
          </p:cNvSpPr>
          <p:nvPr/>
        </p:nvSpPr>
        <p:spPr>
          <a:xfrm xmlns:a="http://schemas.openxmlformats.org/drawingml/2006/main">
            <a:off x="3624263" y="4686300"/>
            <a:ext cx="609600" cy="323850"/>
          </a:xfrm>
          <a:prstGeom xmlns:a="http://schemas.openxmlformats.org/drawingml/2006/main" prst="roundRect">
            <a:avLst>
              <a:gd name="adj" fmla="val 23529"/>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02</a:t>
            </a:r>
          </a:p>
        </p:txBody>
      </p:sp>
      <p:sp>
        <p:nvSpPr>
          <p:cNvPr id="20" name="">
            <a:extLst xmlns:a="http://schemas.openxmlformats.org/drawingml/2006/main">
              <a:ext uri="{FF2B5EF4-FFF2-40B4-BE49-F238E27FC236}">
                <a16:creationId xmlns:a16="http://schemas.microsoft.com/office/drawing/2014/main" id="{74372FC1-D9AE-4BAC-AE12-ACA636E233E3}"/>
              </a:ext>
            </a:extLst>
          </p:cNvPr>
          <p:cNvSpPr>
            <a:spLocks xmlns:a="http://schemas.openxmlformats.org/drawingml/2006/main" noGrp="1"/>
          </p:cNvSpPr>
          <p:nvPr/>
        </p:nvSpPr>
        <p:spPr>
          <a:xfrm xmlns:a="http://schemas.openxmlformats.org/drawingml/2006/main">
            <a:off x="6181725"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C99D39A2-1114-4BEC-AF89-C1648C66859F}"/>
              </a:ext>
            </a:extLst>
          </p:cNvPr>
          <p:cNvSpPr>
            <a:spLocks xmlns:a="http://schemas.openxmlformats.org/drawingml/2006/main" noGrp="1"/>
          </p:cNvSpPr>
          <p:nvPr/>
        </p:nvSpPr>
        <p:spPr>
          <a:xfrm xmlns:a="http://schemas.openxmlformats.org/drawingml/2006/main">
            <a:off x="6181725" y="1771650"/>
            <a:ext cx="2595563" cy="57150"/>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92B3695-60C7-4AF8-9436-E10E424DA070}"/>
              </a:ext>
            </a:extLst>
          </p:cNvPr>
          <p:cNvSpPr>
            <a:spLocks xmlns:a="http://schemas.openxmlformats.org/drawingml/2006/main" noGrp="1"/>
          </p:cNvSpPr>
          <p:nvPr/>
        </p:nvSpPr>
        <p:spPr>
          <a:xfrm xmlns:a="http://schemas.openxmlformats.org/drawingml/2006/main">
            <a:off x="6391275"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2F9E63"/>
                </a:solidFill>
                <a:latin typeface="Yu Gothic UI"/>
                <a:ea typeface="Yu Gothic UI"/>
                <a:cs typeface="Yu Gothic UI"/>
              </a:defRPr>
            </a:pPr>
            <a:r>
              <a:rPr sz="1575" b="1">
                <a:solidFill>
                  <a:srgbClr val="2F9E63"/>
                </a:solidFill>
                <a:latin typeface="Yu Gothic UI"/>
                <a:ea typeface="Yu Gothic UI"/>
                <a:cs typeface="Yu Gothic UI"/>
              </a:rPr>
              <a:t>HTTPS</a:t>
            </a:r>
          </a:p>
        </p:txBody>
      </p:sp>
      <p:sp>
        <p:nvSpPr>
          <p:cNvPr id="23" name="">
            <a:extLst xmlns:a="http://schemas.openxmlformats.org/drawingml/2006/main">
              <a:ext uri="{FF2B5EF4-FFF2-40B4-BE49-F238E27FC236}">
                <a16:creationId xmlns:a16="http://schemas.microsoft.com/office/drawing/2014/main" id="{AB09203F-0095-4448-8F5F-156225CAF37A}"/>
              </a:ext>
            </a:extLst>
          </p:cNvPr>
          <p:cNvSpPr>
            <a:spLocks xmlns:a="http://schemas.openxmlformats.org/drawingml/2006/main" noGrp="1"/>
          </p:cNvSpPr>
          <p:nvPr/>
        </p:nvSpPr>
        <p:spPr>
          <a:xfrm xmlns:a="http://schemas.openxmlformats.org/drawingml/2006/main">
            <a:off x="6391275"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Pages deployment</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200 response</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公開title</a:t>
            </a:r>
          </a:p>
        </p:txBody>
      </p:sp>
      <p:sp>
        <p:nvSpPr>
          <p:cNvPr id="24" name="">
            <a:extLst xmlns:a="http://schemas.openxmlformats.org/drawingml/2006/main">
              <a:ext uri="{FF2B5EF4-FFF2-40B4-BE49-F238E27FC236}">
                <a16:creationId xmlns:a16="http://schemas.microsoft.com/office/drawing/2014/main" id="{D7CD3DC2-FF44-4520-8B60-438C9EC3592C}"/>
              </a:ext>
            </a:extLst>
          </p:cNvPr>
          <p:cNvSpPr>
            <a:spLocks xmlns:a="http://schemas.openxmlformats.org/drawingml/2006/main" noGrp="1"/>
          </p:cNvSpPr>
          <p:nvPr/>
        </p:nvSpPr>
        <p:spPr>
          <a:xfrm xmlns:a="http://schemas.openxmlformats.org/drawingml/2006/main">
            <a:off x="6391275" y="4686300"/>
            <a:ext cx="609600" cy="323850"/>
          </a:xfrm>
          <a:prstGeom xmlns:a="http://schemas.openxmlformats.org/drawingml/2006/main" prst="roundRect">
            <a:avLst>
              <a:gd name="adj" fmla="val 23529"/>
            </a:avLst>
          </a:prstGeom>
          <a:solidFill xmlns:a="http://schemas.openxmlformats.org/drawingml/2006/main">
            <a:srgbClr val="2F9E63"/>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03</a:t>
            </a:r>
          </a:p>
        </p:txBody>
      </p:sp>
      <p:sp>
        <p:nvSpPr>
          <p:cNvPr id="25" name="">
            <a:extLst xmlns:a="http://schemas.openxmlformats.org/drawingml/2006/main">
              <a:ext uri="{FF2B5EF4-FFF2-40B4-BE49-F238E27FC236}">
                <a16:creationId xmlns:a16="http://schemas.microsoft.com/office/drawing/2014/main" id="{9575EA05-FE22-4B8C-AE92-B4F00C8665CB}"/>
              </a:ext>
            </a:extLst>
          </p:cNvPr>
          <p:cNvSpPr>
            <a:spLocks xmlns:a="http://schemas.openxmlformats.org/drawingml/2006/main" noGrp="1"/>
          </p:cNvSpPr>
          <p:nvPr/>
        </p:nvSpPr>
        <p:spPr>
          <a:xfrm xmlns:a="http://schemas.openxmlformats.org/drawingml/2006/main">
            <a:off x="8948738" y="1771650"/>
            <a:ext cx="2595563" cy="3524250"/>
          </a:xfrm>
          <a:prstGeom xmlns:a="http://schemas.openxmlformats.org/drawingml/2006/main" prst="roundRect">
            <a:avLst>
              <a:gd name="adj" fmla="val 2936"/>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75CA5009-187D-4BC8-A999-0AD1F24B7863}"/>
              </a:ext>
            </a:extLst>
          </p:cNvPr>
          <p:cNvSpPr>
            <a:spLocks xmlns:a="http://schemas.openxmlformats.org/drawingml/2006/main" noGrp="1"/>
          </p:cNvSpPr>
          <p:nvPr/>
        </p:nvSpPr>
        <p:spPr>
          <a:xfrm xmlns:a="http://schemas.openxmlformats.org/drawingml/2006/main">
            <a:off x="8948738" y="1771650"/>
            <a:ext cx="2595563" cy="57150"/>
          </a:xfrm>
          <a:prstGeom xmlns:a="http://schemas.openxmlformats.org/drawingml/2006/main" prst="rect">
            <a:avLst/>
          </a:prstGeom>
          <a:solidFill xmlns:a="http://schemas.openxmlformats.org/drawingml/2006/main">
            <a:srgbClr val="7B61A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8C14E1E-8618-4F57-ADCA-1523E298CC5B}"/>
              </a:ext>
            </a:extLst>
          </p:cNvPr>
          <p:cNvSpPr>
            <a:spLocks xmlns:a="http://schemas.openxmlformats.org/drawingml/2006/main" noGrp="1"/>
          </p:cNvSpPr>
          <p:nvPr/>
        </p:nvSpPr>
        <p:spPr>
          <a:xfrm xmlns:a="http://schemas.openxmlformats.org/drawingml/2006/main">
            <a:off x="9158288" y="2133600"/>
            <a:ext cx="2176463"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575" b="1">
                <a:solidFill>
                  <a:srgbClr val="7B61A8"/>
                </a:solidFill>
                <a:latin typeface="Yu Gothic UI"/>
                <a:ea typeface="Yu Gothic UI"/>
                <a:cs typeface="Yu Gothic UI"/>
              </a:defRPr>
            </a:pPr>
            <a:r>
              <a:rPr sz="1575" b="1">
                <a:solidFill>
                  <a:srgbClr val="7B61A8"/>
                </a:solidFill>
                <a:latin typeface="Yu Gothic UI"/>
                <a:ea typeface="Yu Gothic UI"/>
                <a:cs typeface="Yu Gothic UI"/>
              </a:rPr>
              <a:t>FUNCTION</a:t>
            </a:r>
          </a:p>
        </p:txBody>
      </p:sp>
      <p:sp>
        <p:nvSpPr>
          <p:cNvPr id="28" name="">
            <a:extLst xmlns:a="http://schemas.openxmlformats.org/drawingml/2006/main">
              <a:ext uri="{FF2B5EF4-FFF2-40B4-BE49-F238E27FC236}">
                <a16:creationId xmlns:a16="http://schemas.microsoft.com/office/drawing/2014/main" id="{B9D976D8-4A62-412E-B9DE-2BD8C78A98D0}"/>
              </a:ext>
            </a:extLst>
          </p:cNvPr>
          <p:cNvSpPr>
            <a:spLocks xmlns:a="http://schemas.openxmlformats.org/drawingml/2006/main" noGrp="1"/>
          </p:cNvSpPr>
          <p:nvPr/>
        </p:nvSpPr>
        <p:spPr>
          <a:xfrm xmlns:a="http://schemas.openxmlformats.org/drawingml/2006/main">
            <a:off x="9158288" y="2933700"/>
            <a:ext cx="2176463"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5 products</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filters 5・4・1・5</a:t>
            </a:r>
          </a:p>
          <a:p xmlns:a="http://schemas.openxmlformats.org/drawingml/2006/main">
            <a:pPr>
              <a:defRPr sz="1350" b="1">
                <a:solidFill>
                  <a:srgbClr val="17242B"/>
                </a:solidFill>
                <a:latin typeface="Yu Gothic UI"/>
                <a:ea typeface="Yu Gothic UI"/>
                <a:cs typeface="Yu Gothic UI"/>
              </a:defRPr>
            </a:pPr>
            <a:r>
              <a:rPr sz="1350" b="1">
                <a:solidFill>
                  <a:srgbClr val="17242B"/>
                </a:solidFill>
                <a:latin typeface="Yu Gothic UI"/>
                <a:ea typeface="Yu Gothic UI"/>
                <a:cs typeface="Yu Gothic UI"/>
              </a:rPr>
              <a:t>maximum 2 compare</a:t>
            </a:r>
          </a:p>
        </p:txBody>
      </p:sp>
      <p:sp>
        <p:nvSpPr>
          <p:cNvPr id="29" name="">
            <a:extLst xmlns:a="http://schemas.openxmlformats.org/drawingml/2006/main">
              <a:ext uri="{FF2B5EF4-FFF2-40B4-BE49-F238E27FC236}">
                <a16:creationId xmlns:a16="http://schemas.microsoft.com/office/drawing/2014/main" id="{51BAE8BA-D4D1-4358-8EB0-C9A37A7C324F}"/>
              </a:ext>
            </a:extLst>
          </p:cNvPr>
          <p:cNvSpPr>
            <a:spLocks xmlns:a="http://schemas.openxmlformats.org/drawingml/2006/main" noGrp="1"/>
          </p:cNvSpPr>
          <p:nvPr/>
        </p:nvSpPr>
        <p:spPr>
          <a:xfrm xmlns:a="http://schemas.openxmlformats.org/drawingml/2006/main">
            <a:off x="9158288" y="4686300"/>
            <a:ext cx="609600" cy="323850"/>
          </a:xfrm>
          <a:prstGeom xmlns:a="http://schemas.openxmlformats.org/drawingml/2006/main" prst="roundRect">
            <a:avLst>
              <a:gd name="adj" fmla="val 23529"/>
            </a:avLst>
          </a:prstGeom>
          <a:solidFill xmlns:a="http://schemas.openxmlformats.org/drawingml/2006/main">
            <a:srgbClr val="7B61A8"/>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04</a:t>
            </a:r>
          </a:p>
        </p:txBody>
      </p:sp>
    </p:spTree>
    <p:extLst>
      <p:ext uri="{BB962C8B-B14F-4D97-AF65-F5344CB8AC3E}">
        <p14:creationId xmlns:p14="http://schemas.microsoft.com/office/powerpoint/2010/main" val="101826840"/>
      </p:ext>
    </p:extLst>
  </p:cSld>
</p:sld>
</file>

<file path=ppt/slides/slide2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REHEARSAL  |  SAME PC</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本番と同じPC・同じrepo・同じPowerPointで一度通します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23 / 26</a:t>
            </a:r>
          </a:p>
        </p:txBody>
      </p:sp>
      <p:sp>
        <p:nvSpPr>
          <p:cNvPr id="10" name="">
            <a:extLst xmlns:a="http://schemas.openxmlformats.org/drawingml/2006/main">
              <a:ext uri="{FF2B5EF4-FFF2-40B4-BE49-F238E27FC236}">
                <a16:creationId xmlns:a16="http://schemas.microsoft.com/office/drawing/2014/main" id="{118A0870-EDD1-4B6E-A498-DC4B5C7F0D87}"/>
              </a:ext>
            </a:extLst>
          </p:cNvPr>
          <p:cNvSpPr>
            <a:spLocks xmlns:a="http://schemas.openxmlformats.org/drawingml/2006/main" noGrp="1"/>
          </p:cNvSpPr>
          <p:nvPr/>
        </p:nvSpPr>
        <p:spPr>
          <a:xfrm xmlns:a="http://schemas.openxmlformats.org/drawingml/2006/main">
            <a:off x="647700" y="1676400"/>
            <a:ext cx="1809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4A879F2-7A7A-47F5-AAD8-2EE6134625AF}"/>
              </a:ext>
            </a:extLst>
          </p:cNvPr>
          <p:cNvSpPr>
            <a:spLocks xmlns:a="http://schemas.openxmlformats.org/drawingml/2006/main" noGrp="1"/>
          </p:cNvSpPr>
          <p:nvPr/>
        </p:nvSpPr>
        <p:spPr>
          <a:xfrm xmlns:a="http://schemas.openxmlformats.org/drawingml/2006/main">
            <a:off x="762000" y="1771650"/>
            <a:ext cx="1581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時点</a:t>
            </a:r>
          </a:p>
        </p:txBody>
      </p:sp>
      <p:sp>
        <p:nvSpPr>
          <p:cNvPr id="12" name="">
            <a:extLst xmlns:a="http://schemas.openxmlformats.org/drawingml/2006/main">
              <a:ext uri="{FF2B5EF4-FFF2-40B4-BE49-F238E27FC236}">
                <a16:creationId xmlns:a16="http://schemas.microsoft.com/office/drawing/2014/main" id="{7BF6FEF6-5759-4DA6-BBD3-B50C38F4E370}"/>
              </a:ext>
            </a:extLst>
          </p:cNvPr>
          <p:cNvSpPr>
            <a:spLocks xmlns:a="http://schemas.openxmlformats.org/drawingml/2006/main" noGrp="1"/>
          </p:cNvSpPr>
          <p:nvPr/>
        </p:nvSpPr>
        <p:spPr>
          <a:xfrm xmlns:a="http://schemas.openxmlformats.org/drawingml/2006/main">
            <a:off x="2457450" y="1676400"/>
            <a:ext cx="561975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75C3B86-3206-48AB-9CF8-3F76EF7BEE3E}"/>
              </a:ext>
            </a:extLst>
          </p:cNvPr>
          <p:cNvSpPr>
            <a:spLocks xmlns:a="http://schemas.openxmlformats.org/drawingml/2006/main" noGrp="1"/>
          </p:cNvSpPr>
          <p:nvPr/>
        </p:nvSpPr>
        <p:spPr>
          <a:xfrm xmlns:a="http://schemas.openxmlformats.org/drawingml/2006/main">
            <a:off x="2571750" y="1771650"/>
            <a:ext cx="5391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確認すること</a:t>
            </a:r>
          </a:p>
        </p:txBody>
      </p:sp>
      <p:sp>
        <p:nvSpPr>
          <p:cNvPr id="14" name="">
            <a:extLst xmlns:a="http://schemas.openxmlformats.org/drawingml/2006/main">
              <a:ext uri="{FF2B5EF4-FFF2-40B4-BE49-F238E27FC236}">
                <a16:creationId xmlns:a16="http://schemas.microsoft.com/office/drawing/2014/main" id="{AABD605C-C965-4D03-99A6-534BB329896A}"/>
              </a:ext>
            </a:extLst>
          </p:cNvPr>
          <p:cNvSpPr>
            <a:spLocks xmlns:a="http://schemas.openxmlformats.org/drawingml/2006/main" noGrp="1"/>
          </p:cNvSpPr>
          <p:nvPr/>
        </p:nvSpPr>
        <p:spPr>
          <a:xfrm xmlns:a="http://schemas.openxmlformats.org/drawingml/2006/main">
            <a:off x="8077200" y="1676400"/>
            <a:ext cx="3467100" cy="419100"/>
          </a:xfrm>
          <a:prstGeom xmlns:a="http://schemas.openxmlformats.org/drawingml/2006/main" prst="rect">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663B9FA-3043-4716-ABCC-9E7527C5602E}"/>
              </a:ext>
            </a:extLst>
          </p:cNvPr>
          <p:cNvSpPr>
            <a:spLocks xmlns:a="http://schemas.openxmlformats.org/drawingml/2006/main" noGrp="1"/>
          </p:cNvSpPr>
          <p:nvPr/>
        </p:nvSpPr>
        <p:spPr>
          <a:xfrm xmlns:a="http://schemas.openxmlformats.org/drawingml/2006/main">
            <a:off x="8191500" y="1771650"/>
            <a:ext cx="3238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050" b="1">
                <a:solidFill>
                  <a:srgbClr val="FFFFFF"/>
                </a:solidFill>
                <a:latin typeface="Yu Gothic UI"/>
                <a:ea typeface="Yu Gothic UI"/>
                <a:cs typeface="Yu Gothic UI"/>
              </a:defRPr>
            </a:pPr>
            <a:r>
              <a:rPr sz="1050" b="1">
                <a:solidFill>
                  <a:srgbClr val="FFFFFF"/>
                </a:solidFill>
                <a:latin typeface="Yu Gothic UI"/>
                <a:ea typeface="Yu Gothic UI"/>
                <a:cs typeface="Yu Gothic UI"/>
              </a:rPr>
              <a:t>合格条件</a:t>
            </a:r>
          </a:p>
        </p:txBody>
      </p:sp>
      <p:sp>
        <p:nvSpPr>
          <p:cNvPr id="16" name="">
            <a:extLst xmlns:a="http://schemas.openxmlformats.org/drawingml/2006/main">
              <a:ext uri="{FF2B5EF4-FFF2-40B4-BE49-F238E27FC236}">
                <a16:creationId xmlns:a16="http://schemas.microsoft.com/office/drawing/2014/main" id="{BFFD15A4-9D2E-4306-A2B6-2BF479D65A30}"/>
              </a:ext>
            </a:extLst>
          </p:cNvPr>
          <p:cNvSpPr>
            <a:spLocks xmlns:a="http://schemas.openxmlformats.org/drawingml/2006/main" noGrp="1"/>
          </p:cNvSpPr>
          <p:nvPr/>
        </p:nvSpPr>
        <p:spPr>
          <a:xfrm xmlns:a="http://schemas.openxmlformats.org/drawingml/2006/main">
            <a:off x="647700" y="2095500"/>
            <a:ext cx="180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17" name="">
            <a:extLst xmlns:a="http://schemas.openxmlformats.org/drawingml/2006/main">
              <a:ext uri="{FF2B5EF4-FFF2-40B4-BE49-F238E27FC236}">
                <a16:creationId xmlns:a16="http://schemas.microsoft.com/office/drawing/2014/main" id="{34A34974-33DC-446F-B222-61B3BC6D40D7}"/>
              </a:ext>
            </a:extLst>
          </p:cNvPr>
          <p:cNvSpPr>
            <a:spLocks xmlns:a="http://schemas.openxmlformats.org/drawingml/2006/main" noGrp="1"/>
          </p:cNvSpPr>
          <p:nvPr/>
        </p:nvSpPr>
        <p:spPr>
          <a:xfrm xmlns:a="http://schemas.openxmlformats.org/drawingml/2006/main">
            <a:off x="742950" y="2209800"/>
            <a:ext cx="161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前日</a:t>
            </a:r>
          </a:p>
        </p:txBody>
      </p:sp>
      <p:sp>
        <p:nvSpPr>
          <p:cNvPr id="18" name="">
            <a:extLst xmlns:a="http://schemas.openxmlformats.org/drawingml/2006/main">
              <a:ext uri="{FF2B5EF4-FFF2-40B4-BE49-F238E27FC236}">
                <a16:creationId xmlns:a16="http://schemas.microsoft.com/office/drawing/2014/main" id="{2576338E-229E-4B0B-A7D9-F36C9EC51003}"/>
              </a:ext>
            </a:extLst>
          </p:cNvPr>
          <p:cNvSpPr>
            <a:spLocks xmlns:a="http://schemas.openxmlformats.org/drawingml/2006/main" noGrp="1"/>
          </p:cNvSpPr>
          <p:nvPr/>
        </p:nvSpPr>
        <p:spPr>
          <a:xfrm xmlns:a="http://schemas.openxmlformats.org/drawingml/2006/main">
            <a:off x="2457450" y="2095500"/>
            <a:ext cx="561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19" name="">
            <a:extLst xmlns:a="http://schemas.openxmlformats.org/drawingml/2006/main">
              <a:ext uri="{FF2B5EF4-FFF2-40B4-BE49-F238E27FC236}">
                <a16:creationId xmlns:a16="http://schemas.microsoft.com/office/drawing/2014/main" id="{15975D66-35F4-4DB3-9134-069C672CED00}"/>
              </a:ext>
            </a:extLst>
          </p:cNvPr>
          <p:cNvSpPr>
            <a:spLocks xmlns:a="http://schemas.openxmlformats.org/drawingml/2006/main" noGrp="1"/>
          </p:cNvSpPr>
          <p:nvPr/>
        </p:nvSpPr>
        <p:spPr>
          <a:xfrm xmlns:a="http://schemas.openxmlformats.org/drawingml/2006/main">
            <a:off x="2552700" y="2209800"/>
            <a:ext cx="542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Antigravity / GitHub / MCPのsession</a:t>
            </a:r>
          </a:p>
        </p:txBody>
      </p:sp>
      <p:sp>
        <p:nvSpPr>
          <p:cNvPr id="20" name="">
            <a:extLst xmlns:a="http://schemas.openxmlformats.org/drawingml/2006/main">
              <a:ext uri="{FF2B5EF4-FFF2-40B4-BE49-F238E27FC236}">
                <a16:creationId xmlns:a16="http://schemas.microsoft.com/office/drawing/2014/main" id="{572F3248-FE0E-4464-B690-F08222A25BE6}"/>
              </a:ext>
            </a:extLst>
          </p:cNvPr>
          <p:cNvSpPr>
            <a:spLocks xmlns:a="http://schemas.openxmlformats.org/drawingml/2006/main" noGrp="1"/>
          </p:cNvSpPr>
          <p:nvPr/>
        </p:nvSpPr>
        <p:spPr>
          <a:xfrm xmlns:a="http://schemas.openxmlformats.org/drawingml/2006/main">
            <a:off x="8077200" y="2095500"/>
            <a:ext cx="346710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D65173BC-09F6-4AAD-B430-8AE10A6D0C9B}"/>
              </a:ext>
            </a:extLst>
          </p:cNvPr>
          <p:cNvSpPr>
            <a:spLocks xmlns:a="http://schemas.openxmlformats.org/drawingml/2006/main" noGrp="1"/>
          </p:cNvSpPr>
          <p:nvPr/>
        </p:nvSpPr>
        <p:spPr>
          <a:xfrm xmlns:a="http://schemas.openxmlformats.org/drawingml/2006/main">
            <a:off x="8172450" y="22098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会場で再認証しない</a:t>
            </a:r>
          </a:p>
        </p:txBody>
      </p:sp>
      <p:sp>
        <p:nvSpPr>
          <p:cNvPr id="22" name="">
            <a:extLst xmlns:a="http://schemas.openxmlformats.org/drawingml/2006/main">
              <a:ext uri="{FF2B5EF4-FFF2-40B4-BE49-F238E27FC236}">
                <a16:creationId xmlns:a16="http://schemas.microsoft.com/office/drawing/2014/main" id="{24EEF43E-AC1C-447E-9782-97E742E1578A}"/>
              </a:ext>
            </a:extLst>
          </p:cNvPr>
          <p:cNvSpPr>
            <a:spLocks xmlns:a="http://schemas.openxmlformats.org/drawingml/2006/main" noGrp="1"/>
          </p:cNvSpPr>
          <p:nvPr/>
        </p:nvSpPr>
        <p:spPr>
          <a:xfrm xmlns:a="http://schemas.openxmlformats.org/drawingml/2006/main">
            <a:off x="647700" y="2819400"/>
            <a:ext cx="180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3" name="">
            <a:extLst xmlns:a="http://schemas.openxmlformats.org/drawingml/2006/main">
              <a:ext uri="{FF2B5EF4-FFF2-40B4-BE49-F238E27FC236}">
                <a16:creationId xmlns:a16="http://schemas.microsoft.com/office/drawing/2014/main" id="{86DFC96D-B601-40BB-B730-65D5F0EEFE29}"/>
              </a:ext>
            </a:extLst>
          </p:cNvPr>
          <p:cNvSpPr>
            <a:spLocks xmlns:a="http://schemas.openxmlformats.org/drawingml/2006/main" noGrp="1"/>
          </p:cNvSpPr>
          <p:nvPr/>
        </p:nvSpPr>
        <p:spPr>
          <a:xfrm xmlns:a="http://schemas.openxmlformats.org/drawingml/2006/main">
            <a:off x="742950" y="2933700"/>
            <a:ext cx="161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開始前</a:t>
            </a:r>
          </a:p>
        </p:txBody>
      </p:sp>
      <p:sp>
        <p:nvSpPr>
          <p:cNvPr id="24" name="">
            <a:extLst xmlns:a="http://schemas.openxmlformats.org/drawingml/2006/main">
              <a:ext uri="{FF2B5EF4-FFF2-40B4-BE49-F238E27FC236}">
                <a16:creationId xmlns:a16="http://schemas.microsoft.com/office/drawing/2014/main" id="{6FCDD834-47C2-45D8-81E8-2FD4C120D0DE}"/>
              </a:ext>
            </a:extLst>
          </p:cNvPr>
          <p:cNvSpPr>
            <a:spLocks xmlns:a="http://schemas.openxmlformats.org/drawingml/2006/main" noGrp="1"/>
          </p:cNvSpPr>
          <p:nvPr/>
        </p:nvSpPr>
        <p:spPr>
          <a:xfrm xmlns:a="http://schemas.openxmlformats.org/drawingml/2006/main">
            <a:off x="2457450" y="2819400"/>
            <a:ext cx="561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5" name="">
            <a:extLst xmlns:a="http://schemas.openxmlformats.org/drawingml/2006/main">
              <a:ext uri="{FF2B5EF4-FFF2-40B4-BE49-F238E27FC236}">
                <a16:creationId xmlns:a16="http://schemas.microsoft.com/office/drawing/2014/main" id="{DC175741-C258-4A3F-BD5E-169A2CB9EF5E}"/>
              </a:ext>
            </a:extLst>
          </p:cNvPr>
          <p:cNvSpPr>
            <a:spLocks xmlns:a="http://schemas.openxmlformats.org/drawingml/2006/main" noGrp="1"/>
          </p:cNvSpPr>
          <p:nvPr/>
        </p:nvSpPr>
        <p:spPr>
          <a:xfrm xmlns:a="http://schemas.openxmlformats.org/drawingml/2006/main">
            <a:off x="2552700" y="2933700"/>
            <a:ext cx="542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remote / branch / clean / 2 baseline Skills</a:t>
            </a:r>
          </a:p>
        </p:txBody>
      </p:sp>
      <p:sp>
        <p:nvSpPr>
          <p:cNvPr id="26" name="">
            <a:extLst xmlns:a="http://schemas.openxmlformats.org/drawingml/2006/main">
              <a:ext uri="{FF2B5EF4-FFF2-40B4-BE49-F238E27FC236}">
                <a16:creationId xmlns:a16="http://schemas.microsoft.com/office/drawing/2014/main" id="{D0C523FB-8A46-47AB-94F8-3EBF4E1F2D8B}"/>
              </a:ext>
            </a:extLst>
          </p:cNvPr>
          <p:cNvSpPr>
            <a:spLocks xmlns:a="http://schemas.openxmlformats.org/drawingml/2006/main" noGrp="1"/>
          </p:cNvSpPr>
          <p:nvPr/>
        </p:nvSpPr>
        <p:spPr>
          <a:xfrm xmlns:a="http://schemas.openxmlformats.org/drawingml/2006/main">
            <a:off x="8077200" y="2819400"/>
            <a:ext cx="346710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7" name="">
            <a:extLst xmlns:a="http://schemas.openxmlformats.org/drawingml/2006/main">
              <a:ext uri="{FF2B5EF4-FFF2-40B4-BE49-F238E27FC236}">
                <a16:creationId xmlns:a16="http://schemas.microsoft.com/office/drawing/2014/main" id="{FF369369-A0A0-4F4A-B557-4557177F50BF}"/>
              </a:ext>
            </a:extLst>
          </p:cNvPr>
          <p:cNvSpPr>
            <a:spLocks xmlns:a="http://schemas.openxmlformats.org/drawingml/2006/main" noGrp="1"/>
          </p:cNvSpPr>
          <p:nvPr/>
        </p:nvSpPr>
        <p:spPr>
          <a:xfrm xmlns:a="http://schemas.openxmlformats.org/drawingml/2006/main">
            <a:off x="8172450" y="29337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専用repoだけ</a:t>
            </a:r>
          </a:p>
        </p:txBody>
      </p:sp>
      <p:sp>
        <p:nvSpPr>
          <p:cNvPr id="28" name="">
            <a:extLst xmlns:a="http://schemas.openxmlformats.org/drawingml/2006/main">
              <a:ext uri="{FF2B5EF4-FFF2-40B4-BE49-F238E27FC236}">
                <a16:creationId xmlns:a16="http://schemas.microsoft.com/office/drawing/2014/main" id="{4574A56B-C453-4F76-A0D3-2A333272FD96}"/>
              </a:ext>
            </a:extLst>
          </p:cNvPr>
          <p:cNvSpPr>
            <a:spLocks xmlns:a="http://schemas.openxmlformats.org/drawingml/2006/main" noGrp="1"/>
          </p:cNvSpPr>
          <p:nvPr/>
        </p:nvSpPr>
        <p:spPr>
          <a:xfrm xmlns:a="http://schemas.openxmlformats.org/drawingml/2006/main">
            <a:off x="647700" y="3543300"/>
            <a:ext cx="180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29" name="">
            <a:extLst xmlns:a="http://schemas.openxmlformats.org/drawingml/2006/main">
              <a:ext uri="{FF2B5EF4-FFF2-40B4-BE49-F238E27FC236}">
                <a16:creationId xmlns:a16="http://schemas.microsoft.com/office/drawing/2014/main" id="{027174E9-9692-4222-98D1-29945752F1AC}"/>
              </a:ext>
            </a:extLst>
          </p:cNvPr>
          <p:cNvSpPr>
            <a:spLocks xmlns:a="http://schemas.openxmlformats.org/drawingml/2006/main" noGrp="1"/>
          </p:cNvSpPr>
          <p:nvPr/>
        </p:nvSpPr>
        <p:spPr>
          <a:xfrm xmlns:a="http://schemas.openxmlformats.org/drawingml/2006/main">
            <a:off x="742950" y="3657600"/>
            <a:ext cx="161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実行</a:t>
            </a:r>
          </a:p>
        </p:txBody>
      </p:sp>
      <p:sp>
        <p:nvSpPr>
          <p:cNvPr id="30" name="">
            <a:extLst xmlns:a="http://schemas.openxmlformats.org/drawingml/2006/main">
              <a:ext uri="{FF2B5EF4-FFF2-40B4-BE49-F238E27FC236}">
                <a16:creationId xmlns:a16="http://schemas.microsoft.com/office/drawing/2014/main" id="{925C0CF0-9F65-4F58-87B4-DE0CCD81895A}"/>
              </a:ext>
            </a:extLst>
          </p:cNvPr>
          <p:cNvSpPr>
            <a:spLocks xmlns:a="http://schemas.openxmlformats.org/drawingml/2006/main" noGrp="1"/>
          </p:cNvSpPr>
          <p:nvPr/>
        </p:nvSpPr>
        <p:spPr>
          <a:xfrm xmlns:a="http://schemas.openxmlformats.org/drawingml/2006/main">
            <a:off x="2457450" y="3543300"/>
            <a:ext cx="561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70E45C82-6EA8-488D-AF51-EE288E164539}"/>
              </a:ext>
            </a:extLst>
          </p:cNvPr>
          <p:cNvSpPr>
            <a:spLocks xmlns:a="http://schemas.openxmlformats.org/drawingml/2006/main" noGrp="1"/>
          </p:cNvSpPr>
          <p:nvPr/>
        </p:nvSpPr>
        <p:spPr>
          <a:xfrm xmlns:a="http://schemas.openxmlformats.org/drawingml/2006/main">
            <a:off x="2552700" y="3657600"/>
            <a:ext cx="542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7 promptsをPowerPointから全文paste</a:t>
            </a:r>
          </a:p>
        </p:txBody>
      </p:sp>
      <p:sp>
        <p:nvSpPr>
          <p:cNvPr id="32" name="">
            <a:extLst xmlns:a="http://schemas.openxmlformats.org/drawingml/2006/main">
              <a:ext uri="{FF2B5EF4-FFF2-40B4-BE49-F238E27FC236}">
                <a16:creationId xmlns:a16="http://schemas.microsoft.com/office/drawing/2014/main" id="{7687D015-2253-4CE1-9BEE-5B3DCF7B0035}"/>
              </a:ext>
            </a:extLst>
          </p:cNvPr>
          <p:cNvSpPr>
            <a:spLocks xmlns:a="http://schemas.openxmlformats.org/drawingml/2006/main" noGrp="1"/>
          </p:cNvSpPr>
          <p:nvPr/>
        </p:nvSpPr>
        <p:spPr>
          <a:xfrm xmlns:a="http://schemas.openxmlformats.org/drawingml/2006/main">
            <a:off x="8077200" y="3543300"/>
            <a:ext cx="346710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3" name="">
            <a:extLst xmlns:a="http://schemas.openxmlformats.org/drawingml/2006/main">
              <a:ext uri="{FF2B5EF4-FFF2-40B4-BE49-F238E27FC236}">
                <a16:creationId xmlns:a16="http://schemas.microsoft.com/office/drawing/2014/main" id="{C6D4FB71-54A5-45EF-8422-A7D31468BC18}"/>
              </a:ext>
            </a:extLst>
          </p:cNvPr>
          <p:cNvSpPr>
            <a:spLocks xmlns:a="http://schemas.openxmlformats.org/drawingml/2006/main" noGrp="1"/>
          </p:cNvSpPr>
          <p:nvPr/>
        </p:nvSpPr>
        <p:spPr>
          <a:xfrm xmlns:a="http://schemas.openxmlformats.org/drawingml/2006/main">
            <a:off x="8172450" y="3657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言い換えなし</a:t>
            </a:r>
          </a:p>
        </p:txBody>
      </p:sp>
      <p:sp>
        <p:nvSpPr>
          <p:cNvPr id="34" name="">
            <a:extLst xmlns:a="http://schemas.openxmlformats.org/drawingml/2006/main">
              <a:ext uri="{FF2B5EF4-FFF2-40B4-BE49-F238E27FC236}">
                <a16:creationId xmlns:a16="http://schemas.microsoft.com/office/drawing/2014/main" id="{C8848740-AE63-4D5C-9819-41E03A9A47DC}"/>
              </a:ext>
            </a:extLst>
          </p:cNvPr>
          <p:cNvSpPr>
            <a:spLocks xmlns:a="http://schemas.openxmlformats.org/drawingml/2006/main" noGrp="1"/>
          </p:cNvSpPr>
          <p:nvPr/>
        </p:nvSpPr>
        <p:spPr>
          <a:xfrm xmlns:a="http://schemas.openxmlformats.org/drawingml/2006/main">
            <a:off x="647700" y="4267200"/>
            <a:ext cx="180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5" name="">
            <a:extLst xmlns:a="http://schemas.openxmlformats.org/drawingml/2006/main">
              <a:ext uri="{FF2B5EF4-FFF2-40B4-BE49-F238E27FC236}">
                <a16:creationId xmlns:a16="http://schemas.microsoft.com/office/drawing/2014/main" id="{F1BC82EC-D901-4C90-BDDC-7F9674DA14E8}"/>
              </a:ext>
            </a:extLst>
          </p:cNvPr>
          <p:cNvSpPr>
            <a:spLocks xmlns:a="http://schemas.openxmlformats.org/drawingml/2006/main" noGrp="1"/>
          </p:cNvSpPr>
          <p:nvPr/>
        </p:nvSpPr>
        <p:spPr>
          <a:xfrm xmlns:a="http://schemas.openxmlformats.org/drawingml/2006/main">
            <a:off x="742950" y="4381500"/>
            <a:ext cx="161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各工程</a:t>
            </a:r>
          </a:p>
        </p:txBody>
      </p:sp>
      <p:sp>
        <p:nvSpPr>
          <p:cNvPr id="36" name="">
            <a:extLst xmlns:a="http://schemas.openxmlformats.org/drawingml/2006/main">
              <a:ext uri="{FF2B5EF4-FFF2-40B4-BE49-F238E27FC236}">
                <a16:creationId xmlns:a16="http://schemas.microsoft.com/office/drawing/2014/main" id="{F02F6EB7-5981-464B-B38B-01D37C659EE3}"/>
              </a:ext>
            </a:extLst>
          </p:cNvPr>
          <p:cNvSpPr>
            <a:spLocks xmlns:a="http://schemas.openxmlformats.org/drawingml/2006/main" noGrp="1"/>
          </p:cNvSpPr>
          <p:nvPr/>
        </p:nvSpPr>
        <p:spPr>
          <a:xfrm xmlns:a="http://schemas.openxmlformats.org/drawingml/2006/main">
            <a:off x="2457450" y="4267200"/>
            <a:ext cx="561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7" name="">
            <a:extLst xmlns:a="http://schemas.openxmlformats.org/drawingml/2006/main">
              <a:ext uri="{FF2B5EF4-FFF2-40B4-BE49-F238E27FC236}">
                <a16:creationId xmlns:a16="http://schemas.microsoft.com/office/drawing/2014/main" id="{2A6446D8-849F-4B55-BBD4-9E68418DACC2}"/>
              </a:ext>
            </a:extLst>
          </p:cNvPr>
          <p:cNvSpPr>
            <a:spLocks xmlns:a="http://schemas.openxmlformats.org/drawingml/2006/main" noGrp="1"/>
          </p:cNvSpPr>
          <p:nvPr/>
        </p:nvSpPr>
        <p:spPr>
          <a:xfrm xmlns:a="http://schemas.openxmlformats.org/drawingml/2006/main">
            <a:off x="2552700" y="4381500"/>
            <a:ext cx="542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90秒timer / Artifacts / browser evidence</a:t>
            </a:r>
          </a:p>
        </p:txBody>
      </p:sp>
      <p:sp>
        <p:nvSpPr>
          <p:cNvPr id="38" name="">
            <a:extLst xmlns:a="http://schemas.openxmlformats.org/drawingml/2006/main">
              <a:ext uri="{FF2B5EF4-FFF2-40B4-BE49-F238E27FC236}">
                <a16:creationId xmlns:a16="http://schemas.microsoft.com/office/drawing/2014/main" id="{3151A875-312D-4EA9-99F7-193250148EEF}"/>
              </a:ext>
            </a:extLst>
          </p:cNvPr>
          <p:cNvSpPr>
            <a:spLocks xmlns:a="http://schemas.openxmlformats.org/drawingml/2006/main" noGrp="1"/>
          </p:cNvSpPr>
          <p:nvPr/>
        </p:nvSpPr>
        <p:spPr>
          <a:xfrm xmlns:a="http://schemas.openxmlformats.org/drawingml/2006/main">
            <a:off x="8077200" y="4267200"/>
            <a:ext cx="346710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39" name="">
            <a:extLst xmlns:a="http://schemas.openxmlformats.org/drawingml/2006/main">
              <a:ext uri="{FF2B5EF4-FFF2-40B4-BE49-F238E27FC236}">
                <a16:creationId xmlns:a16="http://schemas.microsoft.com/office/drawing/2014/main" id="{64C1E820-41E3-4AF0-BDC1-1DE3DF2DC847}"/>
              </a:ext>
            </a:extLst>
          </p:cNvPr>
          <p:cNvSpPr>
            <a:spLocks xmlns:a="http://schemas.openxmlformats.org/drawingml/2006/main" noGrp="1"/>
          </p:cNvSpPr>
          <p:nvPr/>
        </p:nvSpPr>
        <p:spPr>
          <a:xfrm xmlns:a="http://schemas.openxmlformats.org/drawingml/2006/main">
            <a:off x="8172450" y="43815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停止条件を守る</a:t>
            </a:r>
          </a:p>
        </p:txBody>
      </p:sp>
      <p:sp>
        <p:nvSpPr>
          <p:cNvPr id="40" name="">
            <a:extLst xmlns:a="http://schemas.openxmlformats.org/drawingml/2006/main">
              <a:ext uri="{FF2B5EF4-FFF2-40B4-BE49-F238E27FC236}">
                <a16:creationId xmlns:a16="http://schemas.microsoft.com/office/drawing/2014/main" id="{938FA200-4576-48C2-95CF-7E1ED429ED66}"/>
              </a:ext>
            </a:extLst>
          </p:cNvPr>
          <p:cNvSpPr>
            <a:spLocks xmlns:a="http://schemas.openxmlformats.org/drawingml/2006/main" noGrp="1"/>
          </p:cNvSpPr>
          <p:nvPr/>
        </p:nvSpPr>
        <p:spPr>
          <a:xfrm xmlns:a="http://schemas.openxmlformats.org/drawingml/2006/main">
            <a:off x="647700" y="4991100"/>
            <a:ext cx="180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1" name="">
            <a:extLst xmlns:a="http://schemas.openxmlformats.org/drawingml/2006/main">
              <a:ext uri="{FF2B5EF4-FFF2-40B4-BE49-F238E27FC236}">
                <a16:creationId xmlns:a16="http://schemas.microsoft.com/office/drawing/2014/main" id="{5C6D0EC8-B332-40B9-B61A-DFDD6D2C2655}"/>
              </a:ext>
            </a:extLst>
          </p:cNvPr>
          <p:cNvSpPr>
            <a:spLocks xmlns:a="http://schemas.openxmlformats.org/drawingml/2006/main" noGrp="1"/>
          </p:cNvSpPr>
          <p:nvPr/>
        </p:nvSpPr>
        <p:spPr>
          <a:xfrm xmlns:a="http://schemas.openxmlformats.org/drawingml/2006/main">
            <a:off x="742950" y="5105400"/>
            <a:ext cx="161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1125" b="1">
                <a:solidFill>
                  <a:srgbClr val="17242B"/>
                </a:solidFill>
                <a:latin typeface="Yu Gothic UI"/>
                <a:ea typeface="Yu Gothic UI"/>
                <a:cs typeface="Yu Gothic UI"/>
              </a:defRPr>
            </a:pPr>
            <a:r>
              <a:rPr sz="1125" b="1">
                <a:solidFill>
                  <a:srgbClr val="17242B"/>
                </a:solidFill>
                <a:latin typeface="Yu Gothic UI"/>
                <a:ea typeface="Yu Gothic UI"/>
                <a:cs typeface="Yu Gothic UI"/>
              </a:rPr>
              <a:t>公開前</a:t>
            </a:r>
          </a:p>
        </p:txBody>
      </p:sp>
      <p:sp>
        <p:nvSpPr>
          <p:cNvPr id="42" name="">
            <a:extLst xmlns:a="http://schemas.openxmlformats.org/drawingml/2006/main">
              <a:ext uri="{FF2B5EF4-FFF2-40B4-BE49-F238E27FC236}">
                <a16:creationId xmlns:a16="http://schemas.microsoft.com/office/drawing/2014/main" id="{5842A02D-DEF3-40D4-8C6D-CAF1A5CE86CF}"/>
              </a:ext>
            </a:extLst>
          </p:cNvPr>
          <p:cNvSpPr>
            <a:spLocks xmlns:a="http://schemas.openxmlformats.org/drawingml/2006/main" noGrp="1"/>
          </p:cNvSpPr>
          <p:nvPr/>
        </p:nvSpPr>
        <p:spPr>
          <a:xfrm xmlns:a="http://schemas.openxmlformats.org/drawingml/2006/main">
            <a:off x="2457450" y="4991100"/>
            <a:ext cx="561975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3" name="">
            <a:extLst xmlns:a="http://schemas.openxmlformats.org/drawingml/2006/main">
              <a:ext uri="{FF2B5EF4-FFF2-40B4-BE49-F238E27FC236}">
                <a16:creationId xmlns:a16="http://schemas.microsoft.com/office/drawing/2014/main" id="{2F6C609C-0579-4A8D-922A-073CDC64D8E7}"/>
              </a:ext>
            </a:extLst>
          </p:cNvPr>
          <p:cNvSpPr>
            <a:spLocks xmlns:a="http://schemas.openxmlformats.org/drawingml/2006/main" noGrp="1"/>
          </p:cNvSpPr>
          <p:nvPr/>
        </p:nvSpPr>
        <p:spPr>
          <a:xfrm xmlns:a="http://schemas.openxmlformats.org/drawingml/2006/main">
            <a:off x="2552700" y="5105400"/>
            <a:ext cx="5429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指定4ファイル / secrets / 人の承認</a:t>
            </a:r>
          </a:p>
        </p:txBody>
      </p:sp>
      <p:sp>
        <p:nvSpPr>
          <p:cNvPr id="44" name="">
            <a:extLst xmlns:a="http://schemas.openxmlformats.org/drawingml/2006/main">
              <a:ext uri="{FF2B5EF4-FFF2-40B4-BE49-F238E27FC236}">
                <a16:creationId xmlns:a16="http://schemas.microsoft.com/office/drawing/2014/main" id="{657756F7-C2DE-4F28-9D8C-EDBEB30830FA}"/>
              </a:ext>
            </a:extLst>
          </p:cNvPr>
          <p:cNvSpPr>
            <a:spLocks xmlns:a="http://schemas.openxmlformats.org/drawingml/2006/main" noGrp="1"/>
          </p:cNvSpPr>
          <p:nvPr/>
        </p:nvSpPr>
        <p:spPr>
          <a:xfrm xmlns:a="http://schemas.openxmlformats.org/drawingml/2006/main">
            <a:off x="8077200" y="4991100"/>
            <a:ext cx="3467100" cy="723900"/>
          </a:xfrm>
          <a:prstGeom xmlns:a="http://schemas.openxmlformats.org/drawingml/2006/main" prst="rect">
            <a:avLst/>
          </a:prstGeom>
          <a:noFill xmlns:a="http://schemas.openxmlformats.org/drawingml/2006/main"/>
          <a:ln xmlns:a="http://schemas.openxmlformats.org/drawingml/2006/main" w="11430">
            <a:solidFill>
              <a:srgbClr val="C9D8E1"/>
            </a:solidFill>
            <a:prstDash val="solid"/>
          </a:ln>
        </p:spPr>
      </p:sp>
      <p:sp>
        <p:nvSpPr>
          <p:cNvPr id="45" name="">
            <a:extLst xmlns:a="http://schemas.openxmlformats.org/drawingml/2006/main">
              <a:ext uri="{FF2B5EF4-FFF2-40B4-BE49-F238E27FC236}">
                <a16:creationId xmlns:a16="http://schemas.microsoft.com/office/drawing/2014/main" id="{450C111C-4712-4EA0-A39B-F89748FBAC94}"/>
              </a:ext>
            </a:extLst>
          </p:cNvPr>
          <p:cNvSpPr>
            <a:spLocks xmlns:a="http://schemas.openxmlformats.org/drawingml/2006/main" noGrp="1"/>
          </p:cNvSpPr>
          <p:nvPr/>
        </p:nvSpPr>
        <p:spPr>
          <a:xfrm xmlns:a="http://schemas.openxmlformats.org/drawingml/2006/main">
            <a:off x="8172450" y="51054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defRPr sz="975" b="0">
                <a:solidFill>
                  <a:srgbClr val="536978"/>
                </a:solidFill>
                <a:latin typeface="Yu Gothic UI"/>
                <a:ea typeface="Yu Gothic UI"/>
                <a:cs typeface="Yu Gothic UI"/>
              </a:defRPr>
            </a:pPr>
            <a:r>
              <a:rPr sz="975" b="0">
                <a:solidFill>
                  <a:srgbClr val="536978"/>
                </a:solidFill>
                <a:latin typeface="Yu Gothic UI"/>
                <a:ea typeface="Yu Gothic UI"/>
                <a:cs typeface="Yu Gothic UI"/>
              </a:rPr>
              <a:t>正確な『公開して』</a:t>
            </a:r>
          </a:p>
        </p:txBody>
      </p:sp>
    </p:spTree>
    <p:extLst>
      <p:ext uri="{BB962C8B-B14F-4D97-AF65-F5344CB8AC3E}">
        <p14:creationId xmlns:p14="http://schemas.microsoft.com/office/powerpoint/2010/main" val="101826840"/>
      </p:ext>
    </p:extLst>
  </p:cSld>
</p:sld>
</file>

<file path=ppt/slides/slide2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RESET  |  AFTER REHEARSAL</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025" b="1">
                <a:solidFill>
                  <a:srgbClr val="17242B"/>
                </a:solidFill>
                <a:latin typeface="Yu Gothic UI"/>
                <a:ea typeface="Yu Gothic UI"/>
                <a:cs typeface="Yu Gothic UI"/>
              </a:defRPr>
            </a:pPr>
            <a:r>
              <a:rPr sz="2025" b="1">
                <a:solidFill>
                  <a:srgbClr val="17242B"/>
                </a:solidFill>
                <a:latin typeface="Yu Gothic UI"/>
                <a:ea typeface="Yu Gothic UI"/>
                <a:cs typeface="Yu Gothic UI"/>
              </a:rPr>
              <a:t>Skillを削除し、履歴を残すgit revertで準備状態へ戻します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24 / 26</a:t>
            </a:r>
          </a:p>
        </p:txBody>
      </p:sp>
      <p:sp>
        <p:nvSpPr>
          <p:cNvPr id="10" name="">
            <a:extLst xmlns:a="http://schemas.openxmlformats.org/drawingml/2006/main">
              <a:ext uri="{FF2B5EF4-FFF2-40B4-BE49-F238E27FC236}">
                <a16:creationId xmlns:a16="http://schemas.microsoft.com/office/drawing/2014/main" id="{06621C30-6A22-46EB-9B6E-5A5FDA951CDC}"/>
              </a:ext>
            </a:extLst>
          </p:cNvPr>
          <p:cNvSpPr>
            <a:spLocks xmlns:a="http://schemas.openxmlformats.org/drawingml/2006/main" noGrp="1"/>
          </p:cNvSpPr>
          <p:nvPr/>
        </p:nvSpPr>
        <p:spPr>
          <a:xfrm xmlns:a="http://schemas.openxmlformats.org/drawingml/2006/main">
            <a:off x="647700" y="1657350"/>
            <a:ext cx="6667500" cy="4000500"/>
          </a:xfrm>
          <a:prstGeom xmlns:a="http://schemas.openxmlformats.org/drawingml/2006/main" prst="roundRect">
            <a:avLst>
              <a:gd name="adj" fmla="val 1905"/>
            </a:avLst>
          </a:prstGeom>
          <a:solidFill xmlns:a="http://schemas.openxmlformats.org/drawingml/2006/main">
            <a:srgbClr val="071A2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0B07F99-588E-4674-BD0B-BF81D81B6515}"/>
              </a:ext>
            </a:extLst>
          </p:cNvPr>
          <p:cNvSpPr>
            <a:spLocks xmlns:a="http://schemas.openxmlformats.org/drawingml/2006/main" noGrp="1"/>
          </p:cNvSpPr>
          <p:nvPr/>
        </p:nvSpPr>
        <p:spPr>
          <a:xfrm xmlns:a="http://schemas.openxmlformats.org/drawingml/2006/main">
            <a:off x="895350" y="1885950"/>
            <a:ext cx="2381250" cy="342900"/>
          </a:xfrm>
          <a:prstGeom xmlns:a="http://schemas.openxmlformats.org/drawingml/2006/main" prst="roundRect">
            <a:avLst>
              <a:gd name="adj" fmla="val 22222"/>
            </a:avLst>
          </a:prstGeom>
          <a:solidFill xmlns:a="http://schemas.openxmlformats.org/drawingml/2006/main">
            <a:srgbClr val="EF7E00"/>
          </a:solidFill>
          <a:ln xmlns:a="http://schemas.openxmlformats.org/drawingml/2006/main" w="0">
            <a:no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1125" b="1">
                <a:solidFill>
                  <a:srgbClr val="FFFFFF"/>
                </a:solidFill>
                <a:latin typeface="Yu Gothic UI"/>
                <a:ea typeface="Yu Gothic UI"/>
                <a:cs typeface="Yu Gothic UI"/>
              </a:defRPr>
            </a:pPr>
            <a:r>
              <a:rPr sz="1125" b="1">
                <a:solidFill>
                  <a:srgbClr val="FFFFFF"/>
                </a:solidFill>
                <a:latin typeface="Yu Gothic UI"/>
                <a:ea typeface="Yu Gothic UI"/>
                <a:cs typeface="Yu Gothic UI"/>
              </a:rPr>
              <a:t>RUN AFTER REHEARSAL</a:t>
            </a:r>
          </a:p>
        </p:txBody>
      </p:sp>
      <p:sp>
        <p:nvSpPr>
          <p:cNvPr id="12" name="">
            <a:extLst xmlns:a="http://schemas.openxmlformats.org/drawingml/2006/main">
              <a:ext uri="{FF2B5EF4-FFF2-40B4-BE49-F238E27FC236}">
                <a16:creationId xmlns:a16="http://schemas.microsoft.com/office/drawing/2014/main" id="{3C710726-78D0-4945-B453-2039B87BA260}"/>
              </a:ext>
            </a:extLst>
          </p:cNvPr>
          <p:cNvSpPr>
            <a:spLocks xmlns:a="http://schemas.openxmlformats.org/drawingml/2006/main" noGrp="1"/>
          </p:cNvSpPr>
          <p:nvPr/>
        </p:nvSpPr>
        <p:spPr>
          <a:xfrm xmlns:a="http://schemas.openxmlformats.org/drawingml/2006/main">
            <a:off x="933450" y="2381250"/>
            <a:ext cx="6096000" cy="3028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npx skills remove frontend-design --agent antigravity -y</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$root = (Resolve-Path .agents/skills).Path</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$skill = Join-Path $root 'frontend-design'</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if (Test-Path $skill) {</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  if ((Split-Path $skill -Parent) -ne $root) { throw 'stop' }</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  Get-ChildItem $skill -File | Remove-Item -Force</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  Remove-Item $skill -Force</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Remove-Item .\skills-lock.json -Force -ErrorAction SilentlyContinue</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npx skills list --json</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git revert --no-edit &lt;rehearsal publish commit SHA&gt;</a:t>
            </a:r>
          </a:p>
          <a:p xmlns:a="http://schemas.openxmlformats.org/drawingml/2006/main">
            <a:pPr>
              <a:lnSpc>
                <a:spcPct val="102000"/>
              </a:lnSpc>
              <a:buNone/>
              <a:defRPr sz="960">
                <a:solidFill>
                  <a:srgbClr val="EDF6FA"/>
                </a:solidFill>
                <a:latin typeface="Cascadia Mono"/>
                <a:ea typeface="Cascadia Mono"/>
                <a:cs typeface="Cascadia Mono"/>
              </a:defRPr>
            </a:pPr>
            <a:r>
              <a:rPr sz="960">
                <a:solidFill>
                  <a:srgbClr val="EDF6FA"/>
                </a:solidFill>
                <a:latin typeface="Cascadia Mono"/>
                <a:ea typeface="Cascadia Mono"/>
                <a:cs typeface="Cascadia Mono"/>
              </a:rPr>
              <a:t>git push origin main</a:t>
            </a:r>
          </a:p>
        </p:txBody>
      </p:sp>
      <p:sp>
        <p:nvSpPr>
          <p:cNvPr id="13" name="">
            <a:extLst xmlns:a="http://schemas.openxmlformats.org/drawingml/2006/main">
              <a:ext uri="{FF2B5EF4-FFF2-40B4-BE49-F238E27FC236}">
                <a16:creationId xmlns:a16="http://schemas.microsoft.com/office/drawing/2014/main" id="{B1CF699D-C108-4F1F-964A-67C532CFDFD6}"/>
              </a:ext>
            </a:extLst>
          </p:cNvPr>
          <p:cNvSpPr>
            <a:spLocks xmlns:a="http://schemas.openxmlformats.org/drawingml/2006/main" noGrp="1"/>
          </p:cNvSpPr>
          <p:nvPr/>
        </p:nvSpPr>
        <p:spPr>
          <a:xfrm xmlns:a="http://schemas.openxmlformats.org/drawingml/2006/main">
            <a:off x="7620000" y="1657350"/>
            <a:ext cx="3924300" cy="4000500"/>
          </a:xfrm>
          <a:prstGeom xmlns:a="http://schemas.openxmlformats.org/drawingml/2006/main" prst="roundRect">
            <a:avLst>
              <a:gd name="adj" fmla="val 1942"/>
            </a:avLst>
          </a:prstGeom>
          <a:solidFill xmlns:a="http://schemas.openxmlformats.org/drawingml/2006/main">
            <a:srgbClr val="FFFFFF"/>
          </a:solidFill>
          <a:ln xmlns:a="http://schemas.openxmlformats.org/drawingml/2006/main" w="11430">
            <a:solidFill>
              <a:srgbClr val="C9D8E1"/>
            </a:solidFill>
            <a:prstDash val="solid"/>
          </a:ln>
        </p:spPr>
      </p:sp>
      <p:sp>
        <p:nvSpPr>
          <p:cNvPr id="14" name="">
            <a:extLst xmlns:a="http://schemas.openxmlformats.org/drawingml/2006/main">
              <a:ext uri="{FF2B5EF4-FFF2-40B4-BE49-F238E27FC236}">
                <a16:creationId xmlns:a16="http://schemas.microsoft.com/office/drawing/2014/main" id="{DC1D9BA6-13BD-4CE4-BFA5-2C1D931761D8}"/>
              </a:ext>
            </a:extLst>
          </p:cNvPr>
          <p:cNvSpPr>
            <a:spLocks xmlns:a="http://schemas.openxmlformats.org/drawingml/2006/main" noGrp="1"/>
          </p:cNvSpPr>
          <p:nvPr/>
        </p:nvSpPr>
        <p:spPr>
          <a:xfrm xmlns:a="http://schemas.openxmlformats.org/drawingml/2006/main">
            <a:off x="7905750" y="1962150"/>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復元後の4証拠</a:t>
            </a:r>
          </a:p>
        </p:txBody>
      </p:sp>
      <p:sp>
        <p:nvSpPr>
          <p:cNvPr id="15" name="">
            <a:extLst xmlns:a="http://schemas.openxmlformats.org/drawingml/2006/main">
              <a:ext uri="{FF2B5EF4-FFF2-40B4-BE49-F238E27FC236}">
                <a16:creationId xmlns:a16="http://schemas.microsoft.com/office/drawing/2014/main" id="{8500551C-F173-4E4B-A749-11C0FF9DF4F4}"/>
              </a:ext>
            </a:extLst>
          </p:cNvPr>
          <p:cNvSpPr>
            <a:spLocks xmlns:a="http://schemas.openxmlformats.org/drawingml/2006/main" noGrp="1"/>
          </p:cNvSpPr>
          <p:nvPr/>
        </p:nvSpPr>
        <p:spPr>
          <a:xfrm xmlns:a="http://schemas.openxmlformats.org/drawingml/2006/main">
            <a:off x="7905750" y="2705100"/>
            <a:ext cx="33528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1  frontend-designがない</a:t>
            </a:r>
          </a:p>
          <a:p xmlns:a="http://schemas.openxmlformats.org/drawingml/2006/main">
            <a:r>
              <a:t/>
            </a:r>
          </a:p>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2  /grill-me と /find-skillsは残る</a:t>
            </a:r>
          </a:p>
          <a:p xmlns:a="http://schemas.openxmlformats.org/drawingml/2006/main">
            <a:r>
              <a:t/>
            </a:r>
          </a:p>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3  公開URLが準備ページへ戻る</a:t>
            </a:r>
          </a:p>
          <a:p xmlns:a="http://schemas.openxmlformats.org/drawingml/2006/main">
            <a:r>
              <a:t/>
            </a:r>
          </a:p>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4  git status --short が空</a:t>
            </a:r>
          </a:p>
          <a:p xmlns:a="http://schemas.openxmlformats.org/drawingml/2006/main">
            <a:r>
              <a:t/>
            </a:r>
          </a:p>
          <a:p xmlns:a="http://schemas.openxmlformats.org/drawingml/2006/main">
            <a:pPr>
              <a:defRPr sz="1275" b="1">
                <a:solidFill>
                  <a:srgbClr val="17242B"/>
                </a:solidFill>
                <a:latin typeface="Yu Gothic UI"/>
                <a:ea typeface="Yu Gothic UI"/>
                <a:cs typeface="Yu Gothic UI"/>
              </a:defRPr>
            </a:pPr>
            <a:r>
              <a:rPr sz="1275" b="1">
                <a:solidFill>
                  <a:srgbClr val="17242B"/>
                </a:solidFill>
                <a:latin typeface="Yu Gothic UI"/>
                <a:ea typeface="Yu Gothic UI"/>
                <a:cs typeface="Yu Gothic UI"/>
              </a:rPr>
              <a:t>CLI成功表示だけでなくlist結果を確認</a:t>
            </a:r>
          </a:p>
        </p:txBody>
      </p:sp>
      <p:sp>
        <p:nvSpPr>
          <p:cNvPr id="16" name="">
            <a:extLst xmlns:a="http://schemas.openxmlformats.org/drawingml/2006/main">
              <a:ext uri="{FF2B5EF4-FFF2-40B4-BE49-F238E27FC236}">
                <a16:creationId xmlns:a16="http://schemas.microsoft.com/office/drawing/2014/main" id="{E14F5917-9A86-47A4-A7A4-E3138ABEAA95}"/>
              </a:ext>
            </a:extLst>
          </p:cNvPr>
          <p:cNvSpPr>
            <a:spLocks xmlns:a="http://schemas.openxmlformats.org/drawingml/2006/main" noGrp="1"/>
          </p:cNvSpPr>
          <p:nvPr/>
        </p:nvSpPr>
        <p:spPr>
          <a:xfrm xmlns:a="http://schemas.openxmlformats.org/drawingml/2006/main">
            <a:off x="7905750" y="5219700"/>
            <a:ext cx="3352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b="1">
                <a:solidFill>
                  <a:srgbClr val="EF7E00"/>
                </a:solidFill>
                <a:latin typeface="Yu Gothic UI"/>
                <a:ea typeface="Yu Gothic UI"/>
                <a:cs typeface="Yu Gothic UI"/>
              </a:defRPr>
            </a:pPr>
            <a:r>
              <a:rPr sz="975" b="1">
                <a:solidFill>
                  <a:srgbClr val="EF7E00"/>
                </a:solidFill>
                <a:latin typeface="Yu Gothic UI"/>
                <a:ea typeface="Yu Gothic UI"/>
                <a:cs typeface="Yu Gothic UI"/>
              </a:rPr>
              <a:t>reset --hard / force push は使わない</a:t>
            </a:r>
          </a:p>
        </p:txBody>
      </p:sp>
    </p:spTree>
    <p:extLst>
      <p:ext uri="{BB962C8B-B14F-4D97-AF65-F5344CB8AC3E}">
        <p14:creationId xmlns:p14="http://schemas.microsoft.com/office/powerpoint/2010/main" val="101826840"/>
      </p:ext>
    </p:extLst>
  </p:cSld>
</p:sld>
</file>

<file path=ppt/slides/slide2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90-SECOND RECOVERY  |  FAILBACK</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止まったら理由を短く伝え、完成済み成果物で流れを続けます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25 / 26</a:t>
            </a:r>
          </a:p>
        </p:txBody>
      </p:sp>
      <p:sp>
        <p:nvSpPr>
          <p:cNvPr id="10" name="">
            <a:extLst xmlns:a="http://schemas.openxmlformats.org/drawingml/2006/main">
              <a:ext uri="{FF2B5EF4-FFF2-40B4-BE49-F238E27FC236}">
                <a16:creationId xmlns:a16="http://schemas.microsoft.com/office/drawing/2014/main" id="{EAB725A8-ACE5-4B90-9671-B4D6645DC856}"/>
              </a:ext>
            </a:extLst>
          </p:cNvPr>
          <p:cNvSpPr>
            <a:spLocks xmlns:a="http://schemas.openxmlformats.org/drawingml/2006/main" noGrp="1"/>
          </p:cNvSpPr>
          <p:nvPr/>
        </p:nvSpPr>
        <p:spPr>
          <a:xfrm xmlns:a="http://schemas.openxmlformats.org/drawingml/2006/main">
            <a:off x="647700" y="1657350"/>
            <a:ext cx="6705600" cy="4133850"/>
          </a:xfrm>
          <a:prstGeom xmlns:a="http://schemas.openxmlformats.org/drawingml/2006/main" prst="roundRect">
            <a:avLst>
              <a:gd name="adj" fmla="val 1843"/>
            </a:avLst>
          </a:prstGeom>
          <a:solidFill xmlns:a="http://schemas.openxmlformats.org/drawingml/2006/main">
            <a:srgbClr val="FFFFFF"/>
          </a:solidFill>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A220A520-7C14-4BD3-AAF5-9CA0B0406DCF}"/>
              </a:ext>
            </a:extLst>
          </p:cNvPr>
          <p:cNvSpPr>
            <a:spLocks xmlns:a="http://schemas.openxmlformats.org/drawingml/2006/main" noGrp="1"/>
          </p:cNvSpPr>
          <p:nvPr/>
        </p:nvSpPr>
        <p:spPr>
          <a:xfrm xmlns:a="http://schemas.openxmlformats.org/drawingml/2006/main">
            <a:off x="914400" y="1924050"/>
            <a:ext cx="6172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90 sec</a:t>
            </a:r>
          </a:p>
        </p:txBody>
      </p:sp>
      <p:sp>
        <p:nvSpPr>
          <p:cNvPr id="12" name="">
            <a:extLst xmlns:a="http://schemas.openxmlformats.org/drawingml/2006/main">
              <a:ext uri="{FF2B5EF4-FFF2-40B4-BE49-F238E27FC236}">
                <a16:creationId xmlns:a16="http://schemas.microsoft.com/office/drawing/2014/main" id="{78083403-38E1-4537-9F2A-320DD0FE8528}"/>
              </a:ext>
            </a:extLst>
          </p:cNvPr>
          <p:cNvSpPr>
            <a:spLocks xmlns:a="http://schemas.openxmlformats.org/drawingml/2006/main" noGrp="1"/>
          </p:cNvSpPr>
          <p:nvPr/>
        </p:nvSpPr>
        <p:spPr>
          <a:xfrm xmlns:a="http://schemas.openxmlformats.org/drawingml/2006/main">
            <a:off x="914400" y="2390775"/>
            <a:ext cx="61722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0415DED-2D60-44F6-AC41-66581B367116}"/>
              </a:ext>
            </a:extLst>
          </p:cNvPr>
          <p:cNvSpPr>
            <a:spLocks xmlns:a="http://schemas.openxmlformats.org/drawingml/2006/main" noGrp="1"/>
          </p:cNvSpPr>
          <p:nvPr/>
        </p:nvSpPr>
        <p:spPr>
          <a:xfrm xmlns:a="http://schemas.openxmlformats.org/drawingml/2006/main">
            <a:off x="914400" y="2590800"/>
            <a:ext cx="61722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11"/>
          </a:bodyPr>
          <a:lstStyle xmlns:a="http://schemas.openxmlformats.org/drawingml/2006/main"/>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SKILL SEARCH</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既知候補frontend-designを説明</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INSTALL</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事前のlist / SKILL.md画面へ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BUILD / BROWSER</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output/の完成済み成果物へ</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MCP</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『読み取り確認は省略』</a:t>
            </a:r>
          </a:p>
          <a:p xmlns:a="http://schemas.openxmlformats.org/drawingml/2006/main">
            <a:r>
              <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PAGES</a:t>
            </a:r>
          </a:p>
          <a:p xmlns:a="http://schemas.openxmlformats.org/drawingml/2006/main">
            <a:pPr>
              <a:lnSpc>
                <a:spcPct val="112000"/>
              </a:lnSpc>
              <a:buNone/>
              <a:defRPr sz="1350" b="0">
                <a:solidFill>
                  <a:srgbClr val="17242B"/>
                </a:solidFill>
                <a:latin typeface="Yu Gothic UI"/>
                <a:ea typeface="Yu Gothic UI"/>
                <a:cs typeface="Yu Gothic UI"/>
              </a:defRPr>
            </a:pPr>
            <a:r>
              <a:rPr sz="1350" b="0">
                <a:solidFill>
                  <a:srgbClr val="17242B"/>
                </a:solidFill>
                <a:latin typeface="Yu Gothic UI"/>
                <a:ea typeface="Yu Gothic UI"/>
                <a:cs typeface="Yu Gothic UI"/>
              </a:rPr>
              <a:t>準備済みURLとcommit evidenceへ</a:t>
            </a:r>
          </a:p>
        </p:txBody>
      </p:sp>
      <p:sp>
        <p:nvSpPr>
          <p:cNvPr id="14" name="">
            <a:extLst xmlns:a="http://schemas.openxmlformats.org/drawingml/2006/main">
              <a:ext uri="{FF2B5EF4-FFF2-40B4-BE49-F238E27FC236}">
                <a16:creationId xmlns:a16="http://schemas.microsoft.com/office/drawing/2014/main" id="{057B9751-FB6D-4ADD-9501-5F266C454317}"/>
              </a:ext>
            </a:extLst>
          </p:cNvPr>
          <p:cNvSpPr>
            <a:spLocks xmlns:a="http://schemas.openxmlformats.org/drawingml/2006/main" noGrp="1"/>
          </p:cNvSpPr>
          <p:nvPr/>
        </p:nvSpPr>
        <p:spPr>
          <a:xfrm xmlns:a="http://schemas.openxmlformats.org/drawingml/2006/main">
            <a:off x="7620000" y="1657350"/>
            <a:ext cx="3924300" cy="4133850"/>
          </a:xfrm>
          <a:prstGeom xmlns:a="http://schemas.openxmlformats.org/drawingml/2006/main" prst="roundRect">
            <a:avLst>
              <a:gd name="adj" fmla="val 1942"/>
            </a:avLst>
          </a:prstGeom>
          <a:solidFill xmlns:a="http://schemas.openxmlformats.org/drawingml/2006/main">
            <a:srgbClr val="071A2B"/>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B95647B-0AAD-401B-B4D3-0EC55B74B9C7}"/>
              </a:ext>
            </a:extLst>
          </p:cNvPr>
          <p:cNvSpPr>
            <a:spLocks xmlns:a="http://schemas.openxmlformats.org/drawingml/2006/main" noGrp="1"/>
          </p:cNvSpPr>
          <p:nvPr/>
        </p:nvSpPr>
        <p:spPr>
          <a:xfrm xmlns:a="http://schemas.openxmlformats.org/drawingml/2006/main">
            <a:off x="7886700" y="1924050"/>
            <a:ext cx="3390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会場でやらないこと</a:t>
            </a:r>
          </a:p>
        </p:txBody>
      </p:sp>
      <p:sp>
        <p:nvSpPr>
          <p:cNvPr id="16" name="">
            <a:extLst xmlns:a="http://schemas.openxmlformats.org/drawingml/2006/main">
              <a:ext uri="{FF2B5EF4-FFF2-40B4-BE49-F238E27FC236}">
                <a16:creationId xmlns:a16="http://schemas.microsoft.com/office/drawing/2014/main" id="{219185C6-B68B-4A49-8179-F878AA690E10}"/>
              </a:ext>
            </a:extLst>
          </p:cNvPr>
          <p:cNvSpPr>
            <a:spLocks xmlns:a="http://schemas.openxmlformats.org/drawingml/2006/main" noGrp="1"/>
          </p:cNvSpPr>
          <p:nvPr/>
        </p:nvSpPr>
        <p:spPr>
          <a:xfrm xmlns:a="http://schemas.openxmlformats.org/drawingml/2006/main">
            <a:off x="7886700" y="2390775"/>
            <a:ext cx="3390900" cy="2857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9E44A48-D78E-4FF4-A12A-E9C315E6C7A7}"/>
              </a:ext>
            </a:extLst>
          </p:cNvPr>
          <p:cNvSpPr>
            <a:spLocks xmlns:a="http://schemas.openxmlformats.org/drawingml/2006/main" noGrp="1"/>
          </p:cNvSpPr>
          <p:nvPr/>
        </p:nvSpPr>
        <p:spPr>
          <a:xfrm xmlns:a="http://schemas.openxmlformats.org/drawingml/2006/main">
            <a:off x="7886700" y="2590800"/>
            <a:ext cx="3390900" cy="2933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global Skill install</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MCPの新規認証</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本番repo / 本番URL変更</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secretの入力・表示</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force push / reset --hard</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 その場の大幅な要件変更</a:t>
            </a:r>
          </a:p>
          <a:p xmlns:a="http://schemas.openxmlformats.org/drawingml/2006/main">
            <a:r>
              <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観客へ伝える</a:t>
            </a:r>
          </a:p>
          <a:p xmlns:a="http://schemas.openxmlformats.org/drawingml/2006/main">
            <a:pPr>
              <a:lnSpc>
                <a:spcPct val="112000"/>
              </a:lnSpc>
              <a:buNone/>
              <a:defRPr sz="1350" b="0">
                <a:solidFill>
                  <a:srgbClr val="E8F4F7"/>
                </a:solidFill>
                <a:latin typeface="Yu Gothic UI"/>
                <a:ea typeface="Yu Gothic UI"/>
                <a:cs typeface="Yu Gothic UI"/>
              </a:defRPr>
            </a:pPr>
            <a:r>
              <a:rPr sz="1350" b="0">
                <a:solidFill>
                  <a:srgbClr val="E8F4F7"/>
                </a:solidFill>
                <a:latin typeface="Yu Gothic UI"/>
                <a:ea typeface="Yu Gothic UI"/>
                <a:cs typeface="Yu Gothic UI"/>
              </a:rPr>
              <a:t>『安全な境界を守ることも、AIエージェント運用の一部です』</a:t>
            </a:r>
          </a:p>
        </p:txBody>
      </p:sp>
    </p:spTree>
    <p:extLst>
      <p:ext uri="{BB962C8B-B14F-4D97-AF65-F5344CB8AC3E}">
        <p14:creationId xmlns:p14="http://schemas.microsoft.com/office/powerpoint/2010/main" val="101826840"/>
      </p:ext>
    </p:extLst>
  </p:cSld>
</p:sld>
</file>

<file path=ppt/slides/slide2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C84F70-81E7-483D-A05C-B7DE41042B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AFC"/>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3" name="Rectangle 2">
            <a:extLst xmlns:a="http://schemas.openxmlformats.org/drawingml/2006/main">
              <a:ext uri="{FF2B5EF4-FFF2-40B4-BE49-F238E27FC236}">
                <a16:creationId xmlns:a16="http://schemas.microsoft.com/office/drawing/2014/main" id="{FCEFCFE4-72CC-4F56-B292-0ABD0EB442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4" name="Rectangle 3">
            <a:extLst xmlns:a="http://schemas.openxmlformats.org/drawingml/2006/main">
              <a:ext uri="{FF2B5EF4-FFF2-40B4-BE49-F238E27FC236}">
                <a16:creationId xmlns:a16="http://schemas.microsoft.com/office/drawing/2014/main" id="{B657F3F2-468B-4313-B9C8-34696633E41B}"/>
              </a:ext>
            </a:extLst>
          </p:cNvPr>
          <p:cNvSpPr>
            <a:spLocks xmlns:a="http://schemas.openxmlformats.org/drawingml/2006/main" noGrp="1"/>
          </p:cNvSpPr>
          <p:nvPr/>
        </p:nvSpPr>
        <p:spPr>
          <a:xfrm xmlns:a="http://schemas.openxmlformats.org/drawingml/2006/main">
            <a:off x="647700" y="466725"/>
            <a:ext cx="76200" cy="495300"/>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5" name="TextBox 4">
            <a:extLst xmlns:a="http://schemas.openxmlformats.org/drawingml/2006/main">
              <a:ext uri="{FF2B5EF4-FFF2-40B4-BE49-F238E27FC236}">
                <a16:creationId xmlns:a16="http://schemas.microsoft.com/office/drawing/2014/main" id="{D4D4A609-0746-4210-9CBC-FB366E94F31F}"/>
              </a:ext>
            </a:extLst>
          </p:cNvPr>
          <p:cNvSpPr>
            <a:spLocks xmlns:a="http://schemas.openxmlformats.org/drawingml/2006/main" noGrp="1"/>
          </p:cNvSpPr>
          <p:nvPr/>
        </p:nvSpPr>
        <p:spPr>
          <a:xfrm xmlns:a="http://schemas.openxmlformats.org/drawingml/2006/main">
            <a:off x="876300" y="36195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4000"/>
              </a:lnSpc>
              <a:buNone/>
              <a:defRPr sz="975" b="1">
                <a:solidFill>
                  <a:srgbClr val="00A5E3"/>
                </a:solidFill>
                <a:latin typeface="Yu Gothic UI"/>
                <a:ea typeface="Yu Gothic UI"/>
                <a:cs typeface="Yu Gothic UI"/>
              </a:defRPr>
            </a:pPr>
            <a:r>
              <a:rPr sz="975" b="1">
                <a:solidFill>
                  <a:srgbClr val="00A5E3"/>
                </a:solidFill>
                <a:latin typeface="Yu Gothic UI"/>
                <a:ea typeface="Yu Gothic UI"/>
                <a:cs typeface="Yu Gothic UI"/>
              </a:rPr>
              <a:t>MIGHTYLINK  |  TAKEAWAY  |  Q&amp;A</a:t>
            </a:r>
          </a:p>
        </p:txBody>
      </p:sp>
      <p:sp>
        <p:nvSpPr>
          <p:cNvPr id="6" name="TextBox 5">
            <a:extLst xmlns:a="http://schemas.openxmlformats.org/drawingml/2006/main">
              <a:ext uri="{FF2B5EF4-FFF2-40B4-BE49-F238E27FC236}">
                <a16:creationId xmlns:a16="http://schemas.microsoft.com/office/drawing/2014/main" id="{AD26DB06-CFBA-484E-BE47-FAFC2AE93A2D}"/>
              </a:ext>
            </a:extLst>
          </p:cNvPr>
          <p:cNvSpPr>
            <a:spLocks xmlns:a="http://schemas.openxmlformats.org/drawingml/2006/main" noGrp="1"/>
          </p:cNvSpPr>
          <p:nvPr/>
        </p:nvSpPr>
        <p:spPr>
          <a:xfrm xmlns:a="http://schemas.openxmlformats.org/drawingml/2006/main">
            <a:off x="876300" y="666750"/>
            <a:ext cx="10572750" cy="62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2325" b="1">
                <a:solidFill>
                  <a:srgbClr val="17242B"/>
                </a:solidFill>
                <a:latin typeface="Yu Gothic UI"/>
                <a:ea typeface="Yu Gothic UI"/>
                <a:cs typeface="Yu Gothic UI"/>
              </a:defRPr>
            </a:pPr>
            <a:r>
              <a:rPr sz="2325" b="1">
                <a:solidFill>
                  <a:srgbClr val="17242B"/>
                </a:solidFill>
                <a:latin typeface="Yu Gothic UI"/>
                <a:ea typeface="Yu Gothic UI"/>
                <a:cs typeface="Yu Gothic UI"/>
              </a:rPr>
              <a:t>AIエージェントは、目的・能力・接続・承認を組み合わせて使います</a:t>
            </a:r>
          </a:p>
        </p:txBody>
      </p:sp>
      <p:sp>
        <p:nvSpPr>
          <p:cNvPr id="7" name="Rectangle 6">
            <a:extLst xmlns:a="http://schemas.openxmlformats.org/drawingml/2006/main">
              <a:ext uri="{FF2B5EF4-FFF2-40B4-BE49-F238E27FC236}">
                <a16:creationId xmlns:a16="http://schemas.microsoft.com/office/drawing/2014/main" id="{84AD41C3-03D5-4A39-92CE-C3B1D791167D}"/>
              </a:ext>
            </a:extLst>
          </p:cNvPr>
          <p:cNvSpPr>
            <a:spLocks xmlns:a="http://schemas.openxmlformats.org/drawingml/2006/main" noGrp="1"/>
          </p:cNvSpPr>
          <p:nvPr/>
        </p:nvSpPr>
        <p:spPr>
          <a:xfrm xmlns:a="http://schemas.openxmlformats.org/drawingml/2006/main">
            <a:off x="647700" y="6362700"/>
            <a:ext cx="10896600" cy="19050"/>
          </a:xfrm>
          <a:prstGeom xmlns:a="http://schemas.openxmlformats.org/drawingml/2006/main" prst="rect">
            <a:avLst/>
          </a:prstGeom>
          <a:solidFill xmlns:a="http://schemas.openxmlformats.org/drawingml/2006/main">
            <a:srgbClr val="C9D8E1"/>
          </a:solidFill>
          <a:ln xmlns:a="http://schemas.openxmlformats.org/drawingml/2006/main" w="0">
            <a:no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r>
              <a:t/>
            </a:r>
          </a:p>
        </p:txBody>
      </p:sp>
      <p:sp>
        <p:nvSpPr>
          <p:cNvPr id="8" name="TextBox 7">
            <a:extLst xmlns:a="http://schemas.openxmlformats.org/drawingml/2006/main">
              <a:ext uri="{FF2B5EF4-FFF2-40B4-BE49-F238E27FC236}">
                <a16:creationId xmlns:a16="http://schemas.microsoft.com/office/drawing/2014/main" id="{1C9E6CB9-BE02-475C-A9B4-0C1D31E56BB1}"/>
              </a:ext>
            </a:extLst>
          </p:cNvPr>
          <p:cNvSpPr>
            <a:spLocks xmlns:a="http://schemas.openxmlformats.org/drawingml/2006/main" noGrp="1"/>
          </p:cNvSpPr>
          <p:nvPr/>
        </p:nvSpPr>
        <p:spPr>
          <a:xfrm xmlns:a="http://schemas.openxmlformats.org/drawingml/2006/main">
            <a:off x="647700" y="6467475"/>
            <a:ext cx="7239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14000"/>
              </a:lnSpc>
              <a:buNone/>
              <a:defRPr sz="825" b="0">
                <a:solidFill>
                  <a:srgbClr val="536978"/>
                </a:solidFill>
                <a:latin typeface="Yu Gothic UI"/>
                <a:ea typeface="Yu Gothic UI"/>
                <a:cs typeface="Yu Gothic UI"/>
              </a:defRPr>
            </a:pPr>
            <a:r>
              <a:rPr sz="825" b="0">
                <a:solidFill>
                  <a:srgbClr val="536978"/>
                </a:solidFill>
                <a:latin typeface="Yu Gothic UI"/>
                <a:ea typeface="Yu Gothic UI"/>
                <a:cs typeface="Yu Gothic UI"/>
              </a:rPr>
              <a:t>MightyLINK 社内AI研修  |  Google Antigravity</a:t>
            </a:r>
          </a:p>
        </p:txBody>
      </p:sp>
      <p:sp>
        <p:nvSpPr>
          <p:cNvPr id="9" name="TextBox 8">
            <a:extLst xmlns:a="http://schemas.openxmlformats.org/drawingml/2006/main">
              <a:ext uri="{FF2B5EF4-FFF2-40B4-BE49-F238E27FC236}">
                <a16:creationId xmlns:a16="http://schemas.microsoft.com/office/drawing/2014/main" id="{BBE9A055-2F32-45E5-9FA1-F41D13331CC7}"/>
              </a:ext>
            </a:extLst>
          </p:cNvPr>
          <p:cNvSpPr>
            <a:spLocks xmlns:a="http://schemas.openxmlformats.org/drawingml/2006/main" noGrp="1"/>
          </p:cNvSpPr>
          <p:nvPr/>
        </p:nvSpPr>
        <p:spPr>
          <a:xfrm xmlns:a="http://schemas.openxmlformats.org/drawingml/2006/main">
            <a:off x="10334625" y="6467475"/>
            <a:ext cx="120967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r">
              <a:lnSpc>
                <a:spcPct val="114000"/>
              </a:lnSpc>
              <a:buNone/>
              <a:defRPr sz="825" b="1">
                <a:solidFill>
                  <a:srgbClr val="536978"/>
                </a:solidFill>
                <a:latin typeface="Yu Gothic UI"/>
                <a:ea typeface="Yu Gothic UI"/>
                <a:cs typeface="Yu Gothic UI"/>
              </a:defRPr>
            </a:pPr>
            <a:r>
              <a:rPr sz="825" b="1">
                <a:solidFill>
                  <a:srgbClr val="536978"/>
                </a:solidFill>
                <a:latin typeface="Yu Gothic UI"/>
                <a:ea typeface="Yu Gothic UI"/>
                <a:cs typeface="Yu Gothic UI"/>
              </a:rPr>
              <a:t>26 / 26</a:t>
            </a:r>
          </a:p>
        </p:txBody>
      </p:sp>
      <p:sp>
        <p:nvSpPr>
          <p:cNvPr id="10" name="">
            <a:extLst xmlns:a="http://schemas.openxmlformats.org/drawingml/2006/main">
              <a:ext uri="{FF2B5EF4-FFF2-40B4-BE49-F238E27FC236}">
                <a16:creationId xmlns:a16="http://schemas.microsoft.com/office/drawing/2014/main" id="{DDDFA0DC-825B-4CF1-8DE3-C79D3F069978}"/>
              </a:ext>
            </a:extLst>
          </p:cNvPr>
          <p:cNvSpPr>
            <a:spLocks xmlns:a="http://schemas.openxmlformats.org/drawingml/2006/main" noGrp="1"/>
          </p:cNvSpPr>
          <p:nvPr/>
        </p:nvSpPr>
        <p:spPr>
          <a:xfrm xmlns:a="http://schemas.openxmlformats.org/drawingml/2006/main">
            <a:off x="64770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1" name="">
            <a:extLst xmlns:a="http://schemas.openxmlformats.org/drawingml/2006/main">
              <a:ext uri="{FF2B5EF4-FFF2-40B4-BE49-F238E27FC236}">
                <a16:creationId xmlns:a16="http://schemas.microsoft.com/office/drawing/2014/main" id="{87A1527F-FECE-4C13-B909-3BE0676CFAFE}"/>
              </a:ext>
            </a:extLst>
          </p:cNvPr>
          <p:cNvSpPr>
            <a:spLocks xmlns:a="http://schemas.openxmlformats.org/drawingml/2006/main" noGrp="1"/>
          </p:cNvSpPr>
          <p:nvPr/>
        </p:nvSpPr>
        <p:spPr>
          <a:xfrm xmlns:a="http://schemas.openxmlformats.org/drawingml/2006/main">
            <a:off x="647700" y="209550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ACEA45-EAE0-4914-BD5E-DC81185F8BFD}"/>
              </a:ext>
            </a:extLst>
          </p:cNvPr>
          <p:cNvSpPr>
            <a:spLocks xmlns:a="http://schemas.openxmlformats.org/drawingml/2006/main" noGrp="1"/>
          </p:cNvSpPr>
          <p:nvPr/>
        </p:nvSpPr>
        <p:spPr>
          <a:xfrm xmlns:a="http://schemas.openxmlformats.org/drawingml/2006/main">
            <a:off x="81915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01</a:t>
            </a:r>
          </a:p>
        </p:txBody>
      </p:sp>
      <p:sp>
        <p:nvSpPr>
          <p:cNvPr id="13" name="">
            <a:extLst xmlns:a="http://schemas.openxmlformats.org/drawingml/2006/main">
              <a:ext uri="{FF2B5EF4-FFF2-40B4-BE49-F238E27FC236}">
                <a16:creationId xmlns:a16="http://schemas.microsoft.com/office/drawing/2014/main" id="{F326C685-AC44-4758-A20D-B71099B22FAE}"/>
              </a:ext>
            </a:extLst>
          </p:cNvPr>
          <p:cNvSpPr>
            <a:spLocks xmlns:a="http://schemas.openxmlformats.org/drawingml/2006/main" noGrp="1"/>
          </p:cNvSpPr>
          <p:nvPr/>
        </p:nvSpPr>
        <p:spPr>
          <a:xfrm xmlns:a="http://schemas.openxmlformats.org/drawingml/2006/main">
            <a:off x="81915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Purpose</a:t>
            </a:r>
          </a:p>
        </p:txBody>
      </p:sp>
      <p:sp>
        <p:nvSpPr>
          <p:cNvPr id="14" name="">
            <a:extLst xmlns:a="http://schemas.openxmlformats.org/drawingml/2006/main">
              <a:ext uri="{FF2B5EF4-FFF2-40B4-BE49-F238E27FC236}">
                <a16:creationId xmlns:a16="http://schemas.microsoft.com/office/drawing/2014/main" id="{B7941187-882C-4D50-8D7F-5C3CB9737BC4}"/>
              </a:ext>
            </a:extLst>
          </p:cNvPr>
          <p:cNvSpPr>
            <a:spLocks xmlns:a="http://schemas.openxmlformats.org/drawingml/2006/main" noGrp="1"/>
          </p:cNvSpPr>
          <p:nvPr/>
        </p:nvSpPr>
        <p:spPr>
          <a:xfrm xmlns:a="http://schemas.openxmlformats.org/drawingml/2006/main">
            <a:off x="81915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人が目的と境界を決める</a:t>
            </a:r>
          </a:p>
        </p:txBody>
      </p:sp>
      <p:sp>
        <p:nvSpPr>
          <p:cNvPr id="15" name="">
            <a:extLst xmlns:a="http://schemas.openxmlformats.org/drawingml/2006/main">
              <a:ext uri="{FF2B5EF4-FFF2-40B4-BE49-F238E27FC236}">
                <a16:creationId xmlns:a16="http://schemas.microsoft.com/office/drawing/2014/main" id="{72A8EF3A-39DA-43C7-B3FA-B9C0EB1035BA}"/>
              </a:ext>
            </a:extLst>
          </p:cNvPr>
          <p:cNvSpPr>
            <a:spLocks xmlns:a="http://schemas.openxmlformats.org/drawingml/2006/main" noGrp="1"/>
          </p:cNvSpPr>
          <p:nvPr/>
        </p:nvSpPr>
        <p:spPr>
          <a:xfrm xmlns:a="http://schemas.openxmlformats.org/drawingml/2006/main">
            <a:off x="248602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16" name="">
            <a:extLst xmlns:a="http://schemas.openxmlformats.org/drawingml/2006/main">
              <a:ext uri="{FF2B5EF4-FFF2-40B4-BE49-F238E27FC236}">
                <a16:creationId xmlns:a16="http://schemas.microsoft.com/office/drawing/2014/main" id="{A7321DAA-06DF-4DBD-BE3B-0899FC487C9C}"/>
              </a:ext>
            </a:extLst>
          </p:cNvPr>
          <p:cNvSpPr>
            <a:spLocks xmlns:a="http://schemas.openxmlformats.org/drawingml/2006/main" noGrp="1"/>
          </p:cNvSpPr>
          <p:nvPr/>
        </p:nvSpPr>
        <p:spPr>
          <a:xfrm xmlns:a="http://schemas.openxmlformats.org/drawingml/2006/main">
            <a:off x="2486025" y="209550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3B49B0A-4C77-4294-878C-8EF43DAA4AA2}"/>
              </a:ext>
            </a:extLst>
          </p:cNvPr>
          <p:cNvSpPr>
            <a:spLocks xmlns:a="http://schemas.openxmlformats.org/drawingml/2006/main" noGrp="1"/>
          </p:cNvSpPr>
          <p:nvPr/>
        </p:nvSpPr>
        <p:spPr>
          <a:xfrm xmlns:a="http://schemas.openxmlformats.org/drawingml/2006/main">
            <a:off x="265747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02</a:t>
            </a:r>
          </a:p>
        </p:txBody>
      </p:sp>
      <p:sp>
        <p:nvSpPr>
          <p:cNvPr id="18" name="">
            <a:extLst xmlns:a="http://schemas.openxmlformats.org/drawingml/2006/main">
              <a:ext uri="{FF2B5EF4-FFF2-40B4-BE49-F238E27FC236}">
                <a16:creationId xmlns:a16="http://schemas.microsoft.com/office/drawing/2014/main" id="{BF6498E7-39E4-4FEC-8AE0-3E0947FA88E9}"/>
              </a:ext>
            </a:extLst>
          </p:cNvPr>
          <p:cNvSpPr>
            <a:spLocks xmlns:a="http://schemas.openxmlformats.org/drawingml/2006/main" noGrp="1"/>
          </p:cNvSpPr>
          <p:nvPr/>
        </p:nvSpPr>
        <p:spPr>
          <a:xfrm xmlns:a="http://schemas.openxmlformats.org/drawingml/2006/main">
            <a:off x="265747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Instructions</a:t>
            </a:r>
          </a:p>
        </p:txBody>
      </p:sp>
      <p:sp>
        <p:nvSpPr>
          <p:cNvPr id="19" name="">
            <a:extLst xmlns:a="http://schemas.openxmlformats.org/drawingml/2006/main">
              <a:ext uri="{FF2B5EF4-FFF2-40B4-BE49-F238E27FC236}">
                <a16:creationId xmlns:a16="http://schemas.microsoft.com/office/drawing/2014/main" id="{120C3199-D200-4C84-B3EA-B4C4584A00C5}"/>
              </a:ext>
            </a:extLst>
          </p:cNvPr>
          <p:cNvSpPr>
            <a:spLocks xmlns:a="http://schemas.openxmlformats.org/drawingml/2006/main" noGrp="1"/>
          </p:cNvSpPr>
          <p:nvPr/>
        </p:nvSpPr>
        <p:spPr>
          <a:xfrm xmlns:a="http://schemas.openxmlformats.org/drawingml/2006/main">
            <a:off x="265747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Rules / Steering / AGENTS.md</a:t>
            </a:r>
          </a:p>
        </p:txBody>
      </p:sp>
      <p:sp>
        <p:nvSpPr>
          <p:cNvPr id="20" name="">
            <a:extLst xmlns:a="http://schemas.openxmlformats.org/drawingml/2006/main">
              <a:ext uri="{FF2B5EF4-FFF2-40B4-BE49-F238E27FC236}">
                <a16:creationId xmlns:a16="http://schemas.microsoft.com/office/drawing/2014/main" id="{D06B42A4-DD72-4257-A84A-E1AFC623F3A4}"/>
              </a:ext>
            </a:extLst>
          </p:cNvPr>
          <p:cNvSpPr>
            <a:spLocks xmlns:a="http://schemas.openxmlformats.org/drawingml/2006/main" noGrp="1"/>
          </p:cNvSpPr>
          <p:nvPr/>
        </p:nvSpPr>
        <p:spPr>
          <a:xfrm xmlns:a="http://schemas.openxmlformats.org/drawingml/2006/main">
            <a:off x="432435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1" name="">
            <a:extLst xmlns:a="http://schemas.openxmlformats.org/drawingml/2006/main">
              <a:ext uri="{FF2B5EF4-FFF2-40B4-BE49-F238E27FC236}">
                <a16:creationId xmlns:a16="http://schemas.microsoft.com/office/drawing/2014/main" id="{9081DA76-F233-40F4-A08D-C1C8FFEADC18}"/>
              </a:ext>
            </a:extLst>
          </p:cNvPr>
          <p:cNvSpPr>
            <a:spLocks xmlns:a="http://schemas.openxmlformats.org/drawingml/2006/main" noGrp="1"/>
          </p:cNvSpPr>
          <p:nvPr/>
        </p:nvSpPr>
        <p:spPr>
          <a:xfrm xmlns:a="http://schemas.openxmlformats.org/drawingml/2006/main">
            <a:off x="4324350" y="209550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19B5D20-8004-4821-AD0B-1C4F43638EB4}"/>
              </a:ext>
            </a:extLst>
          </p:cNvPr>
          <p:cNvSpPr>
            <a:spLocks xmlns:a="http://schemas.openxmlformats.org/drawingml/2006/main" noGrp="1"/>
          </p:cNvSpPr>
          <p:nvPr/>
        </p:nvSpPr>
        <p:spPr>
          <a:xfrm xmlns:a="http://schemas.openxmlformats.org/drawingml/2006/main">
            <a:off x="449580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03</a:t>
            </a:r>
          </a:p>
        </p:txBody>
      </p:sp>
      <p:sp>
        <p:nvSpPr>
          <p:cNvPr id="23" name="">
            <a:extLst xmlns:a="http://schemas.openxmlformats.org/drawingml/2006/main">
              <a:ext uri="{FF2B5EF4-FFF2-40B4-BE49-F238E27FC236}">
                <a16:creationId xmlns:a16="http://schemas.microsoft.com/office/drawing/2014/main" id="{1820390F-6ED9-451D-977E-9B00D6FEFDDC}"/>
              </a:ext>
            </a:extLst>
          </p:cNvPr>
          <p:cNvSpPr>
            <a:spLocks xmlns:a="http://schemas.openxmlformats.org/drawingml/2006/main" noGrp="1"/>
          </p:cNvSpPr>
          <p:nvPr/>
        </p:nvSpPr>
        <p:spPr>
          <a:xfrm xmlns:a="http://schemas.openxmlformats.org/drawingml/2006/main">
            <a:off x="449580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Skills</a:t>
            </a:r>
          </a:p>
        </p:txBody>
      </p:sp>
      <p:sp>
        <p:nvSpPr>
          <p:cNvPr id="24" name="">
            <a:extLst xmlns:a="http://schemas.openxmlformats.org/drawingml/2006/main">
              <a:ext uri="{FF2B5EF4-FFF2-40B4-BE49-F238E27FC236}">
                <a16:creationId xmlns:a16="http://schemas.microsoft.com/office/drawing/2014/main" id="{869841A1-1D11-415A-801D-A65747717BFD}"/>
              </a:ext>
            </a:extLst>
          </p:cNvPr>
          <p:cNvSpPr>
            <a:spLocks xmlns:a="http://schemas.openxmlformats.org/drawingml/2006/main" noGrp="1"/>
          </p:cNvSpPr>
          <p:nvPr/>
        </p:nvSpPr>
        <p:spPr>
          <a:xfrm xmlns:a="http://schemas.openxmlformats.org/drawingml/2006/main">
            <a:off x="449580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専門能力を必要時に追加</a:t>
            </a:r>
          </a:p>
        </p:txBody>
      </p:sp>
      <p:sp>
        <p:nvSpPr>
          <p:cNvPr id="25" name="">
            <a:extLst xmlns:a="http://schemas.openxmlformats.org/drawingml/2006/main">
              <a:ext uri="{FF2B5EF4-FFF2-40B4-BE49-F238E27FC236}">
                <a16:creationId xmlns:a16="http://schemas.microsoft.com/office/drawing/2014/main" id="{494E703A-F6CA-4C42-AEFD-EB7C1F2E4417}"/>
              </a:ext>
            </a:extLst>
          </p:cNvPr>
          <p:cNvSpPr>
            <a:spLocks xmlns:a="http://schemas.openxmlformats.org/drawingml/2006/main" noGrp="1"/>
          </p:cNvSpPr>
          <p:nvPr/>
        </p:nvSpPr>
        <p:spPr>
          <a:xfrm xmlns:a="http://schemas.openxmlformats.org/drawingml/2006/main">
            <a:off x="616267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26" name="">
            <a:extLst xmlns:a="http://schemas.openxmlformats.org/drawingml/2006/main">
              <a:ext uri="{FF2B5EF4-FFF2-40B4-BE49-F238E27FC236}">
                <a16:creationId xmlns:a16="http://schemas.microsoft.com/office/drawing/2014/main" id="{A7AA0813-466C-486E-9C7C-D2C2CD191FB9}"/>
              </a:ext>
            </a:extLst>
          </p:cNvPr>
          <p:cNvSpPr>
            <a:spLocks xmlns:a="http://schemas.openxmlformats.org/drawingml/2006/main" noGrp="1"/>
          </p:cNvSpPr>
          <p:nvPr/>
        </p:nvSpPr>
        <p:spPr>
          <a:xfrm xmlns:a="http://schemas.openxmlformats.org/drawingml/2006/main">
            <a:off x="6162675" y="2095500"/>
            <a:ext cx="1704975" cy="47625"/>
          </a:xfrm>
          <a:prstGeom xmlns:a="http://schemas.openxmlformats.org/drawingml/2006/main" prst="rect">
            <a:avLst/>
          </a:prstGeom>
          <a:solidFill xmlns:a="http://schemas.openxmlformats.org/drawingml/2006/main">
            <a:srgbClr val="00A5E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A86B9C5-A485-43EB-8CA0-9FB7784D3E85}"/>
              </a:ext>
            </a:extLst>
          </p:cNvPr>
          <p:cNvSpPr>
            <a:spLocks xmlns:a="http://schemas.openxmlformats.org/drawingml/2006/main" noGrp="1"/>
          </p:cNvSpPr>
          <p:nvPr/>
        </p:nvSpPr>
        <p:spPr>
          <a:xfrm xmlns:a="http://schemas.openxmlformats.org/drawingml/2006/main">
            <a:off x="633412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00A5E3"/>
                </a:solidFill>
                <a:latin typeface="Yu Gothic UI"/>
                <a:ea typeface="Yu Gothic UI"/>
                <a:cs typeface="Yu Gothic UI"/>
              </a:defRPr>
            </a:pPr>
            <a:r>
              <a:rPr sz="1875" b="1">
                <a:solidFill>
                  <a:srgbClr val="00A5E3"/>
                </a:solidFill>
                <a:latin typeface="Yu Gothic UI"/>
                <a:ea typeface="Yu Gothic UI"/>
                <a:cs typeface="Yu Gothic UI"/>
              </a:rPr>
              <a:t>04</a:t>
            </a:r>
          </a:p>
        </p:txBody>
      </p:sp>
      <p:sp>
        <p:nvSpPr>
          <p:cNvPr id="28" name="">
            <a:extLst xmlns:a="http://schemas.openxmlformats.org/drawingml/2006/main">
              <a:ext uri="{FF2B5EF4-FFF2-40B4-BE49-F238E27FC236}">
                <a16:creationId xmlns:a16="http://schemas.microsoft.com/office/drawing/2014/main" id="{516BEA22-F827-48E3-B830-BE62825CE90B}"/>
              </a:ext>
            </a:extLst>
          </p:cNvPr>
          <p:cNvSpPr>
            <a:spLocks xmlns:a="http://schemas.openxmlformats.org/drawingml/2006/main" noGrp="1"/>
          </p:cNvSpPr>
          <p:nvPr/>
        </p:nvSpPr>
        <p:spPr>
          <a:xfrm xmlns:a="http://schemas.openxmlformats.org/drawingml/2006/main">
            <a:off x="633412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MCP</a:t>
            </a:r>
          </a:p>
        </p:txBody>
      </p:sp>
      <p:sp>
        <p:nvSpPr>
          <p:cNvPr id="29" name="">
            <a:extLst xmlns:a="http://schemas.openxmlformats.org/drawingml/2006/main">
              <a:ext uri="{FF2B5EF4-FFF2-40B4-BE49-F238E27FC236}">
                <a16:creationId xmlns:a16="http://schemas.microsoft.com/office/drawing/2014/main" id="{FC3236DC-E164-44D5-817E-791F3D57CAFE}"/>
              </a:ext>
            </a:extLst>
          </p:cNvPr>
          <p:cNvSpPr>
            <a:spLocks xmlns:a="http://schemas.openxmlformats.org/drawingml/2006/main" noGrp="1"/>
          </p:cNvSpPr>
          <p:nvPr/>
        </p:nvSpPr>
        <p:spPr>
          <a:xfrm xmlns:a="http://schemas.openxmlformats.org/drawingml/2006/main">
            <a:off x="633412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外部Toolへ権限を限定して接続</a:t>
            </a:r>
          </a:p>
        </p:txBody>
      </p:sp>
      <p:sp>
        <p:nvSpPr>
          <p:cNvPr id="30" name="">
            <a:extLst xmlns:a="http://schemas.openxmlformats.org/drawingml/2006/main">
              <a:ext uri="{FF2B5EF4-FFF2-40B4-BE49-F238E27FC236}">
                <a16:creationId xmlns:a16="http://schemas.microsoft.com/office/drawing/2014/main" id="{3353A570-0E1F-4656-86F6-5FFA22FE514E}"/>
              </a:ext>
            </a:extLst>
          </p:cNvPr>
          <p:cNvSpPr>
            <a:spLocks xmlns:a="http://schemas.openxmlformats.org/drawingml/2006/main" noGrp="1"/>
          </p:cNvSpPr>
          <p:nvPr/>
        </p:nvSpPr>
        <p:spPr>
          <a:xfrm xmlns:a="http://schemas.openxmlformats.org/drawingml/2006/main">
            <a:off x="8001000"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1" name="">
            <a:extLst xmlns:a="http://schemas.openxmlformats.org/drawingml/2006/main">
              <a:ext uri="{FF2B5EF4-FFF2-40B4-BE49-F238E27FC236}">
                <a16:creationId xmlns:a16="http://schemas.microsoft.com/office/drawing/2014/main" id="{AA5E52FA-3187-4457-A404-57E7468B694C}"/>
              </a:ext>
            </a:extLst>
          </p:cNvPr>
          <p:cNvSpPr>
            <a:spLocks xmlns:a="http://schemas.openxmlformats.org/drawingml/2006/main" noGrp="1"/>
          </p:cNvSpPr>
          <p:nvPr/>
        </p:nvSpPr>
        <p:spPr>
          <a:xfrm xmlns:a="http://schemas.openxmlformats.org/drawingml/2006/main">
            <a:off x="8001000" y="2095500"/>
            <a:ext cx="1704975" cy="47625"/>
          </a:xfrm>
          <a:prstGeom xmlns:a="http://schemas.openxmlformats.org/drawingml/2006/main" prst="rect">
            <a:avLst/>
          </a:prstGeom>
          <a:solidFill xmlns:a="http://schemas.openxmlformats.org/drawingml/2006/main">
            <a:srgbClr val="EF7E0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96757FB3-21AE-43CC-987D-0A8DCE499AB2}"/>
              </a:ext>
            </a:extLst>
          </p:cNvPr>
          <p:cNvSpPr>
            <a:spLocks xmlns:a="http://schemas.openxmlformats.org/drawingml/2006/main" noGrp="1"/>
          </p:cNvSpPr>
          <p:nvPr/>
        </p:nvSpPr>
        <p:spPr>
          <a:xfrm xmlns:a="http://schemas.openxmlformats.org/drawingml/2006/main">
            <a:off x="8172450"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EF7E00"/>
                </a:solidFill>
                <a:latin typeface="Yu Gothic UI"/>
                <a:ea typeface="Yu Gothic UI"/>
                <a:cs typeface="Yu Gothic UI"/>
              </a:defRPr>
            </a:pPr>
            <a:r>
              <a:rPr sz="1875" b="1">
                <a:solidFill>
                  <a:srgbClr val="EF7E00"/>
                </a:solidFill>
                <a:latin typeface="Yu Gothic UI"/>
                <a:ea typeface="Yu Gothic UI"/>
                <a:cs typeface="Yu Gothic UI"/>
              </a:rPr>
              <a:t>05</a:t>
            </a:r>
          </a:p>
        </p:txBody>
      </p:sp>
      <p:sp>
        <p:nvSpPr>
          <p:cNvPr id="33" name="">
            <a:extLst xmlns:a="http://schemas.openxmlformats.org/drawingml/2006/main">
              <a:ext uri="{FF2B5EF4-FFF2-40B4-BE49-F238E27FC236}">
                <a16:creationId xmlns:a16="http://schemas.microsoft.com/office/drawing/2014/main" id="{60DC8DC1-AFB3-4A2C-96C7-DF450F764861}"/>
              </a:ext>
            </a:extLst>
          </p:cNvPr>
          <p:cNvSpPr>
            <a:spLocks xmlns:a="http://schemas.openxmlformats.org/drawingml/2006/main" noGrp="1"/>
          </p:cNvSpPr>
          <p:nvPr/>
        </p:nvSpPr>
        <p:spPr>
          <a:xfrm xmlns:a="http://schemas.openxmlformats.org/drawingml/2006/main">
            <a:off x="8172450"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Artifacts</a:t>
            </a:r>
          </a:p>
        </p:txBody>
      </p:sp>
      <p:sp>
        <p:nvSpPr>
          <p:cNvPr id="34" name="">
            <a:extLst xmlns:a="http://schemas.openxmlformats.org/drawingml/2006/main">
              <a:ext uri="{FF2B5EF4-FFF2-40B4-BE49-F238E27FC236}">
                <a16:creationId xmlns:a16="http://schemas.microsoft.com/office/drawing/2014/main" id="{F6011007-54B4-440E-A6DD-96BE120FDF41}"/>
              </a:ext>
            </a:extLst>
          </p:cNvPr>
          <p:cNvSpPr>
            <a:spLocks xmlns:a="http://schemas.openxmlformats.org/drawingml/2006/main" noGrp="1"/>
          </p:cNvSpPr>
          <p:nvPr/>
        </p:nvSpPr>
        <p:spPr>
          <a:xfrm xmlns:a="http://schemas.openxmlformats.org/drawingml/2006/main">
            <a:off x="8172450"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計画・差分・録画を確認</a:t>
            </a:r>
          </a:p>
        </p:txBody>
      </p:sp>
      <p:sp>
        <p:nvSpPr>
          <p:cNvPr id="35" name="">
            <a:extLst xmlns:a="http://schemas.openxmlformats.org/drawingml/2006/main">
              <a:ext uri="{FF2B5EF4-FFF2-40B4-BE49-F238E27FC236}">
                <a16:creationId xmlns:a16="http://schemas.microsoft.com/office/drawing/2014/main" id="{24BACD9F-89E7-4804-8C7B-334CB0100AF9}"/>
              </a:ext>
            </a:extLst>
          </p:cNvPr>
          <p:cNvSpPr>
            <a:spLocks xmlns:a="http://schemas.openxmlformats.org/drawingml/2006/main" noGrp="1"/>
          </p:cNvSpPr>
          <p:nvPr/>
        </p:nvSpPr>
        <p:spPr>
          <a:xfrm xmlns:a="http://schemas.openxmlformats.org/drawingml/2006/main">
            <a:off x="9839325" y="2095500"/>
            <a:ext cx="1704975"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C9D8E1"/>
            </a:solidFill>
            <a:prstDash val="solid"/>
          </a:ln>
        </p:spPr>
      </p:sp>
      <p:sp>
        <p:nvSpPr>
          <p:cNvPr id="36" name="">
            <a:extLst xmlns:a="http://schemas.openxmlformats.org/drawingml/2006/main">
              <a:ext uri="{FF2B5EF4-FFF2-40B4-BE49-F238E27FC236}">
                <a16:creationId xmlns:a16="http://schemas.microsoft.com/office/drawing/2014/main" id="{31E6F312-6B72-4EDF-9635-E7B82D0CE793}"/>
              </a:ext>
            </a:extLst>
          </p:cNvPr>
          <p:cNvSpPr>
            <a:spLocks xmlns:a="http://schemas.openxmlformats.org/drawingml/2006/main" noGrp="1"/>
          </p:cNvSpPr>
          <p:nvPr/>
        </p:nvSpPr>
        <p:spPr>
          <a:xfrm xmlns:a="http://schemas.openxmlformats.org/drawingml/2006/main">
            <a:off x="9839325" y="2095500"/>
            <a:ext cx="1704975" cy="47625"/>
          </a:xfrm>
          <a:prstGeom xmlns:a="http://schemas.openxmlformats.org/drawingml/2006/main" prst="rect">
            <a:avLst/>
          </a:prstGeom>
          <a:solidFill xmlns:a="http://schemas.openxmlformats.org/drawingml/2006/main">
            <a:srgbClr val="2F9E63"/>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C06B4D0A-38F4-4A18-A015-3F849ACED075}"/>
              </a:ext>
            </a:extLst>
          </p:cNvPr>
          <p:cNvSpPr>
            <a:spLocks xmlns:a="http://schemas.openxmlformats.org/drawingml/2006/main" noGrp="1"/>
          </p:cNvSpPr>
          <p:nvPr/>
        </p:nvSpPr>
        <p:spPr>
          <a:xfrm xmlns:a="http://schemas.openxmlformats.org/drawingml/2006/main">
            <a:off x="10010775" y="22669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875" b="1">
                <a:solidFill>
                  <a:srgbClr val="2F9E63"/>
                </a:solidFill>
                <a:latin typeface="Yu Gothic UI"/>
                <a:ea typeface="Yu Gothic UI"/>
                <a:cs typeface="Yu Gothic UI"/>
              </a:defRPr>
            </a:pPr>
            <a:r>
              <a:rPr sz="1875" b="1">
                <a:solidFill>
                  <a:srgbClr val="2F9E63"/>
                </a:solidFill>
                <a:latin typeface="Yu Gothic UI"/>
                <a:ea typeface="Yu Gothic UI"/>
                <a:cs typeface="Yu Gothic UI"/>
              </a:rPr>
              <a:t>06</a:t>
            </a:r>
          </a:p>
        </p:txBody>
      </p:sp>
      <p:sp>
        <p:nvSpPr>
          <p:cNvPr id="38" name="">
            <a:extLst xmlns:a="http://schemas.openxmlformats.org/drawingml/2006/main">
              <a:ext uri="{FF2B5EF4-FFF2-40B4-BE49-F238E27FC236}">
                <a16:creationId xmlns:a16="http://schemas.microsoft.com/office/drawing/2014/main" id="{87EB0CBA-ED40-4424-AFD0-DD1CFDE7DC1C}"/>
              </a:ext>
            </a:extLst>
          </p:cNvPr>
          <p:cNvSpPr>
            <a:spLocks xmlns:a="http://schemas.openxmlformats.org/drawingml/2006/main" noGrp="1"/>
          </p:cNvSpPr>
          <p:nvPr/>
        </p:nvSpPr>
        <p:spPr>
          <a:xfrm xmlns:a="http://schemas.openxmlformats.org/drawingml/2006/main">
            <a:off x="10010775" y="2647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1425" b="1">
                <a:solidFill>
                  <a:srgbClr val="17242B"/>
                </a:solidFill>
                <a:latin typeface="Yu Gothic UI"/>
                <a:ea typeface="Yu Gothic UI"/>
                <a:cs typeface="Yu Gothic UI"/>
              </a:defRPr>
            </a:pPr>
            <a:r>
              <a:rPr sz="1425" b="1">
                <a:solidFill>
                  <a:srgbClr val="17242B"/>
                </a:solidFill>
                <a:latin typeface="Yu Gothic UI"/>
                <a:ea typeface="Yu Gothic UI"/>
                <a:cs typeface="Yu Gothic UI"/>
              </a:rPr>
              <a:t>Approval</a:t>
            </a:r>
          </a:p>
        </p:txBody>
      </p:sp>
      <p:sp>
        <p:nvSpPr>
          <p:cNvPr id="39" name="">
            <a:extLst xmlns:a="http://schemas.openxmlformats.org/drawingml/2006/main">
              <a:ext uri="{FF2B5EF4-FFF2-40B4-BE49-F238E27FC236}">
                <a16:creationId xmlns:a16="http://schemas.microsoft.com/office/drawing/2014/main" id="{446F4885-7F01-445A-B3BC-05AE1FAF6DEF}"/>
              </a:ext>
            </a:extLst>
          </p:cNvPr>
          <p:cNvSpPr>
            <a:spLocks xmlns:a="http://schemas.openxmlformats.org/drawingml/2006/main" noGrp="1"/>
          </p:cNvSpPr>
          <p:nvPr/>
        </p:nvSpPr>
        <p:spPr>
          <a:xfrm xmlns:a="http://schemas.openxmlformats.org/drawingml/2006/main">
            <a:off x="10010775" y="3028950"/>
            <a:ext cx="13620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defRPr sz="975">
                <a:solidFill>
                  <a:srgbClr val="536978"/>
                </a:solidFill>
                <a:latin typeface="Yu Gothic UI"/>
                <a:ea typeface="Yu Gothic UI"/>
                <a:cs typeface="Yu Gothic UI"/>
              </a:defRPr>
            </a:pPr>
            <a:r>
              <a:rPr sz="975">
                <a:solidFill>
                  <a:srgbClr val="536978"/>
                </a:solidFill>
                <a:latin typeface="Yu Gothic UI"/>
                <a:ea typeface="Yu Gothic UI"/>
                <a:cs typeface="Yu Gothic UI"/>
              </a:rPr>
              <a:t>公開など重要操作は人が承認</a:t>
            </a:r>
          </a:p>
        </p:txBody>
      </p:sp>
      <p:sp>
        <p:nvSpPr>
          <p:cNvPr id="40" name="">
            <a:extLst xmlns:a="http://schemas.openxmlformats.org/drawingml/2006/main">
              <a:ext uri="{FF2B5EF4-FFF2-40B4-BE49-F238E27FC236}">
                <a16:creationId xmlns:a16="http://schemas.microsoft.com/office/drawing/2014/main" id="{71B6F295-F186-42D4-9D49-ADCDC84DBF83}"/>
              </a:ext>
            </a:extLst>
          </p:cNvPr>
          <p:cNvSpPr>
            <a:spLocks xmlns:a="http://schemas.openxmlformats.org/drawingml/2006/main" noGrp="1"/>
          </p:cNvSpPr>
          <p:nvPr/>
        </p:nvSpPr>
        <p:spPr>
          <a:xfrm xmlns:a="http://schemas.openxmlformats.org/drawingml/2006/main">
            <a:off x="1809750" y="4114800"/>
            <a:ext cx="8572500" cy="1162050"/>
          </a:xfrm>
          <a:prstGeom xmlns:a="http://schemas.openxmlformats.org/drawingml/2006/main" prst="roundRect">
            <a:avLst>
              <a:gd name="adj" fmla="val 6557"/>
            </a:avLst>
          </a:prstGeom>
          <a:solidFill xmlns:a="http://schemas.openxmlformats.org/drawingml/2006/main">
            <a:srgbClr val="071A2B"/>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8F57F705-7389-4047-ACB8-F8F4F3AC1826}"/>
              </a:ext>
            </a:extLst>
          </p:cNvPr>
          <p:cNvSpPr>
            <a:spLocks xmlns:a="http://schemas.openxmlformats.org/drawingml/2006/main" noGrp="1"/>
          </p:cNvSpPr>
          <p:nvPr/>
        </p:nvSpPr>
        <p:spPr>
          <a:xfrm xmlns:a="http://schemas.openxmlformats.org/drawingml/2006/main">
            <a:off x="2190750" y="4400550"/>
            <a:ext cx="781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875" b="1">
                <a:solidFill>
                  <a:srgbClr val="FFFFFF"/>
                </a:solidFill>
                <a:latin typeface="Yu Gothic UI"/>
                <a:ea typeface="Yu Gothic UI"/>
                <a:cs typeface="Yu Gothic UI"/>
              </a:defRPr>
            </a:pPr>
            <a:r>
              <a:rPr sz="1875" b="1">
                <a:solidFill>
                  <a:srgbClr val="FFFFFF"/>
                </a:solidFill>
                <a:latin typeface="Yu Gothic UI"/>
                <a:ea typeface="Yu Gothic UI"/>
                <a:cs typeface="Yu Gothic UI"/>
              </a:rPr>
              <a:t>小さく始める → 証拠を見る → 具体的に直す → 安全に共有する</a:t>
            </a:r>
          </a:p>
        </p:txBody>
      </p:sp>
      <p:sp>
        <p:nvSpPr>
          <p:cNvPr id="42" name="">
            <a:extLst xmlns:a="http://schemas.openxmlformats.org/drawingml/2006/main">
              <a:ext uri="{FF2B5EF4-FFF2-40B4-BE49-F238E27FC236}">
                <a16:creationId xmlns:a16="http://schemas.microsoft.com/office/drawing/2014/main" id="{60EAAFA9-A42F-4366-B310-D780FC68034F}"/>
              </a:ext>
            </a:extLst>
          </p:cNvPr>
          <p:cNvSpPr>
            <a:spLocks xmlns:a="http://schemas.openxmlformats.org/drawingml/2006/main" noGrp="1"/>
          </p:cNvSpPr>
          <p:nvPr/>
        </p:nvSpPr>
        <p:spPr>
          <a:xfrm xmlns:a="http://schemas.openxmlformats.org/drawingml/2006/main">
            <a:off x="2190750" y="4895850"/>
            <a:ext cx="781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a:solidFill>
                  <a:srgbClr val="B9D6E4"/>
                </a:solidFill>
                <a:latin typeface="Yu Gothic UI"/>
                <a:ea typeface="Yu Gothic UI"/>
                <a:cs typeface="Yu Gothic UI"/>
              </a:defRPr>
            </a:pPr>
            <a:r>
              <a:rPr sz="1050">
                <a:solidFill>
                  <a:srgbClr val="B9D6E4"/>
                </a:solidFill>
                <a:latin typeface="Yu Gothic UI"/>
                <a:ea typeface="Yu Gothic UI"/>
                <a:cs typeface="Yu Gothic UI"/>
              </a:rPr>
              <a:t>ここから30分は質疑応答、または予備時間です</a:t>
            </a:r>
          </a:p>
        </p:txBody>
      </p:sp>
    </p:spTree>
    <p:extLst>
      <p:ext uri="{BB962C8B-B14F-4D97-AF65-F5344CB8AC3E}">
        <p14:creationId xmlns:p14="http://schemas.microsoft.com/office/powerpoint/2010/main" val="1018268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2026-08-08T15:57:21.2220000Z</dcterms:created>
  <dcterms:modified xsi:type="dcterms:W3CDTF">2026-08-08T15:57:21.2220000Z</dcterms:modified>
</coreProperties>
</file>