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6cdecc8569e43df" /><Relationship Type="http://schemas.openxmlformats.org/officeDocument/2006/relationships/extended-properties" Target="/docProps/app.xml" Id="R8cb43a13740f401e" /><Relationship Type="http://schemas.openxmlformats.org/officeDocument/2006/relationships/officeDocument" Target="/ppt/presentation.xml" Id="R9e020ab3b2864c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7e3b18c70d4744"/>
  </p:sldMasterIdLst>
  <p:notesMasterIdLst>
    <p:notesMasterId xmlns:r="http://schemas.openxmlformats.org/officeDocument/2006/relationships" r:id="R15663b34f6ed4975"/>
  </p:notesMasterIdLst>
  <p:sldIdLst>
    <p:sldId xmlns:r="http://schemas.openxmlformats.org/officeDocument/2006/relationships" id="256" r:id="R7ea1648ba2ff4635"/>
    <p:sldId xmlns:r="http://schemas.openxmlformats.org/officeDocument/2006/relationships" id="257" r:id="Rf98ed0f37de04989"/>
    <p:sldId xmlns:r="http://schemas.openxmlformats.org/officeDocument/2006/relationships" id="258" r:id="Rcfcd003879984804"/>
    <p:sldId xmlns:r="http://schemas.openxmlformats.org/officeDocument/2006/relationships" id="259" r:id="R07f4a3f6e7514c82"/>
    <p:sldId xmlns:r="http://schemas.openxmlformats.org/officeDocument/2006/relationships" id="260" r:id="R17205e5c4c244fa5"/>
    <p:sldId xmlns:r="http://schemas.openxmlformats.org/officeDocument/2006/relationships" id="261" r:id="R286916be97a04d8e"/>
    <p:sldId xmlns:r="http://schemas.openxmlformats.org/officeDocument/2006/relationships" id="262" r:id="R99ed07b991c947da"/>
    <p:sldId xmlns:r="http://schemas.openxmlformats.org/officeDocument/2006/relationships" id="263" r:id="Rca0623b2488d4242"/>
    <p:sldId xmlns:r="http://schemas.openxmlformats.org/officeDocument/2006/relationships" id="264" r:id="R87aa6c31083c4f5e"/>
    <p:sldId xmlns:r="http://schemas.openxmlformats.org/officeDocument/2006/relationships" id="265" r:id="R05fa5f6414f54b38"/>
    <p:sldId xmlns:r="http://schemas.openxmlformats.org/officeDocument/2006/relationships" id="266" r:id="R9c920a07eb8e407f"/>
    <p:sldId xmlns:r="http://schemas.openxmlformats.org/officeDocument/2006/relationships" id="267" r:id="R3b6bf28d74b54ed1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a0d741efa54854" /><Relationship Type="http://schemas.openxmlformats.org/officeDocument/2006/relationships/slideMaster" Target="/ppt/slideMasters/slideMaster1.xml" Id="R0f7e3b18c70d4744" /><Relationship Type="http://schemas.openxmlformats.org/officeDocument/2006/relationships/notesMaster" Target="/ppt/notesMasters/notesMaster1.xml" Id="R15663b34f6ed4975" /><Relationship Type="http://schemas.openxmlformats.org/officeDocument/2006/relationships/presProps" Target="/ppt/presProps.xml" Id="R1922f74b0dc84ac9" /><Relationship Type="http://schemas.openxmlformats.org/officeDocument/2006/relationships/viewProps" Target="/ppt/viewProps.xml" Id="Rbd0df2a95f6249b2" /><Relationship Type="http://schemas.openxmlformats.org/officeDocument/2006/relationships/tableStyles" Target="/ppt/tableStyles.xml" Id="R8052e4cf8f3e46a0" /><Relationship Type="http://schemas.openxmlformats.org/officeDocument/2006/relationships/slide" Target="/ppt/slides/slide1.xml" Id="R7ea1648ba2ff4635" /><Relationship Type="http://schemas.openxmlformats.org/officeDocument/2006/relationships/slide" Target="/ppt/slides/slide2.xml" Id="Rf98ed0f37de04989" /><Relationship Type="http://schemas.openxmlformats.org/officeDocument/2006/relationships/slide" Target="/ppt/slides/slide3.xml" Id="Rcfcd003879984804" /><Relationship Type="http://schemas.openxmlformats.org/officeDocument/2006/relationships/slide" Target="/ppt/slides/slide4.xml" Id="R07f4a3f6e7514c82" /><Relationship Type="http://schemas.openxmlformats.org/officeDocument/2006/relationships/slide" Target="/ppt/slides/slide5.xml" Id="R17205e5c4c244fa5" /><Relationship Type="http://schemas.openxmlformats.org/officeDocument/2006/relationships/slide" Target="/ppt/slides/slide6.xml" Id="R286916be97a04d8e" /><Relationship Type="http://schemas.openxmlformats.org/officeDocument/2006/relationships/slide" Target="/ppt/slides/slide7.xml" Id="R99ed07b991c947da" /><Relationship Type="http://schemas.openxmlformats.org/officeDocument/2006/relationships/slide" Target="/ppt/slides/slide8.xml" Id="Rca0623b2488d4242" /><Relationship Type="http://schemas.openxmlformats.org/officeDocument/2006/relationships/slide" Target="/ppt/slides/slide9.xml" Id="R87aa6c31083c4f5e" /><Relationship Type="http://schemas.openxmlformats.org/officeDocument/2006/relationships/slide" Target="/ppt/slides/slide10.xml" Id="R05fa5f6414f54b38" /><Relationship Type="http://schemas.openxmlformats.org/officeDocument/2006/relationships/slide" Target="/ppt/slides/slide11.xml" Id="R9c920a07eb8e407f" /><Relationship Type="http://schemas.openxmlformats.org/officeDocument/2006/relationships/slide" Target="/ppt/slides/slide12.xml" Id="R3b6bf28d74b54ed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dfce33961074b8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670fbdc9d4412e" /><Relationship Type="http://schemas.openxmlformats.org/officeDocument/2006/relationships/notesMaster" Target="/ppt/notesMasters/notesMaster1.xml" Id="R8812b9996ad54fa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5f15447d55643c7" /><Relationship Type="http://schemas.openxmlformats.org/officeDocument/2006/relationships/notesMaster" Target="/ppt/notesMasters/notesMaster1.xml" Id="R327c202ade6f4d0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7c62b69d424808" /><Relationship Type="http://schemas.openxmlformats.org/officeDocument/2006/relationships/notesMaster" Target="/ppt/notesMasters/notesMaster1.xml" Id="R99b5da5356fe48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076ab1b3f2f4dbb" /><Relationship Type="http://schemas.openxmlformats.org/officeDocument/2006/relationships/notesMaster" Target="/ppt/notesMasters/notesMaster1.xml" Id="R8ee3cd98449646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9eab9614ed4f02" /><Relationship Type="http://schemas.openxmlformats.org/officeDocument/2006/relationships/notesMaster" Target="/ppt/notesMasters/notesMaster1.xml" Id="R2621a67be8844ab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ffb66b2070a4c4b" /><Relationship Type="http://schemas.openxmlformats.org/officeDocument/2006/relationships/notesMaster" Target="/ppt/notesMasters/notesMaster1.xml" Id="Refc28218b4f748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2508fb901c44319" /><Relationship Type="http://schemas.openxmlformats.org/officeDocument/2006/relationships/notesMaster" Target="/ppt/notesMasters/notesMaster1.xml" Id="R41409c9712d34ff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baec0dd2eb40e1" /><Relationship Type="http://schemas.openxmlformats.org/officeDocument/2006/relationships/notesMaster" Target="/ppt/notesMasters/notesMaster1.xml" Id="R8c055077e1ea41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b74190b142d4ab6" /><Relationship Type="http://schemas.openxmlformats.org/officeDocument/2006/relationships/notesMaster" Target="/ppt/notesMasters/notesMaster1.xml" Id="Rda25fbbeccea4a3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1e8886f6bdb4934" /><Relationship Type="http://schemas.openxmlformats.org/officeDocument/2006/relationships/notesMaster" Target="/ppt/notesMasters/notesMaster1.xml" Id="Rf1d2b1431d024d8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4e111ed4374937" /><Relationship Type="http://schemas.openxmlformats.org/officeDocument/2006/relationships/notesMaster" Target="/ppt/notesMasters/notesMaster1.xml" Id="R9c3aa2b429494cb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507e81f61db48a1" /><Relationship Type="http://schemas.openxmlformats.org/officeDocument/2006/relationships/notesMaster" Target="/ppt/notesMasters/notesMaster1.xml" Id="Rffec69b5e1f14b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one site changes visibly across three prompts.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Google Developers Blog: https://developers.googleblog.com/en/build-with-google-antigravity-our-new-agentic-development-platform/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 the three transformations, not a feature inventory.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demo design: docs/demo/antigravity_workshop/README.md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15-minute clock visible. Stop after the public URL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https://antigravity.google/docs/artifacts</a:t>
            </a:r>
          </a:p>
          <a:p xmlns:a="http://schemas.openxmlformats.org/drawingml/2006/main">
            <a:r>
              <a:t>- https://docs.github.com/en/pages/getting-started-with-github-pages/configuring-a-publishing-source-for-your-github-pages-site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dedicated Pages repository is a hard boundary from production.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https://docs.github.com/en/pages/getting-started-with-github-pages/configuring-a-publishing-source-for-your-github-pages-site</a:t>
            </a:r>
          </a:p>
          <a:p xmlns:a="http://schemas.openxmlformats.org/drawingml/2006/main">
            <a:r>
              <a:t>- https://github.com/kanta13jp1/mighty-link-antigravity-live-demo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Manager, Editor/Terminal, Browser, then the public URL.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https://antigravity.google/docs/browser</a:t>
            </a:r>
          </a:p>
          <a:p xmlns:a="http://schemas.openxmlformats.org/drawingml/2006/main">
            <a:r>
              <a:t>- https://antigravity.google/docs/artifacts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Paste Prompt 1 without rewriting it on stage.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prompt: docs/demo/antigravity_workshop/MAIN_PROMPT.txt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to the filter counts and two selected sessions.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browser evidence: exports/antigravity_demo_hypothesis_evidence/interaction_1440x900.png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at the approval question. Say 公開して only after reviewing remote and secret checks.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https://antigravity.google/docs/permissions?app=antigravity</a:t>
            </a:r>
          </a:p>
          <a:p xmlns:a="http://schemas.openxmlformats.org/drawingml/2006/main">
            <a:r>
              <a:t>- https://docs.github.com/en/pages/getting-started-with-github-pages/configuring-a-publishing-source-for-your-github-pages-site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only when files, functions, and public HTTPS are all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https://docs.github.com/en/pages/getting-started-with-github-pages/configuring-a-publishing-source-for-your-github-pages-site</a:t>
            </a:r>
          </a:p>
          <a:p xmlns:a="http://schemas.openxmlformats.org/drawingml/2006/main">
            <a:r>
              <a:t>- https://kanta13jp1.github.io/mighty-link-antigravity-live-demo/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Switch after 90 seconds; do not debug production or change repositories.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https://docs.github.com/en/actions/how-tos/deploy/configure-and-manage-deployments/view-deployment-history</a:t>
            </a:r>
          </a:p>
          <a:p xmlns:a="http://schemas.openxmlformats.org/drawingml/2006/main">
            <a:r>
              <a:t>- https://github.com/kanta13jp1/mighty-link-antigravity-live-demo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Both backups are read-only and preserve the learning objective.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fallback: docs/demo/antigravity_workshop/BACKUP_PROMPTS.txt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repeatable pattern: build, improve, verify, share.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workshop plan: docs/training/ANTIGRAVITY_USER_MANUAL.md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1216be77ab4e5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b0f7aad37b4b2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72a00e1f304c4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b9c44626b1416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4c69fbca3b45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38a1679bd34e7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bb3756e17c4e4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0cd3504af545a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b6faaaf9c6402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7b4fc5cf6a430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f7c4c799e9489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F2005F-010D-4879-B4A5-2F0B4A35DFD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D43F7C2-4BC4-4DBA-B92A-FB2D13D2448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6581E8D-E9A6-4A51-ADCF-DF6DFF62E0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7871991-FE0F-4ABE-84C8-8911307FAD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0965A2-6D0F-4FAF-8919-75625CFA2F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F782CA-06EF-4CAD-909B-8401A5FFB5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C62E98B-7F02-40BD-99BA-39B3D8CC51D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9C0CD4E-AC4D-4C04-B20B-AD95B8867C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4D7E4C9-C46C-4394-8E02-F0D72F3A28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A6E0D42-C926-4A0E-B4F7-999B8A3643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3E78E3-652E-4C8C-A507-07CA44CC76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B173EAC-50B5-46EB-960E-F2010C5D85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CE1AFB-BAB3-4D6A-B547-7C77C04672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A8E308-276F-458B-870A-C31A511F5B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BDE78DC-79CD-4E91-A67D-BE6EF04D83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946986-8BF6-4B0E-A71C-78AF370D39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5419A9A-A270-4616-AF9B-0CFB74E8683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AEA15DB-4793-4205-91A7-DF75AABC2A6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9B073DE-C6F9-4B02-9A65-8C8FC5E2E1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1BE8C75-E191-49E7-9687-890EDB25E9D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77CCF35-17C3-4454-B5EA-0FA9C230E7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44304F-D9C3-481C-9D67-86194F8131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6BEA75B-9BDA-46B5-9614-839EA8DF03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AD4F4D-55E7-4A3C-8D01-9C892F26C9E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A7C7741-BA5B-4BF1-BAAF-99DFADE5F1A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8DB9F93-81C9-4B4E-A498-6611C7B37FF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FAE4694-44A9-4DA2-8AD8-15AC6CE13D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F73A481-9A72-4F09-AB44-4D87B172366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AF4FE67-EA9F-4B70-A2F8-9E4F6CEEAC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1B7798-3BDD-4A69-9A32-460B68C606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A5A5020-D3DA-41C3-ACDB-3094F9888E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E9FB9D4-695C-4325-B531-A5B031502E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A37A3D-DCF0-400E-9CE9-6BAF3FDBDA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3C0E483-8CD9-4CCE-A073-4A9962126F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5242A54-C18D-40BC-B529-3698392EAC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2183B91-11D1-4C8F-9505-96CE6A3B49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D49209-3F08-46EB-87F5-C80A503C0E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49364E4-58F2-4F1D-90E2-439B64F612F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D6ADE0-65C3-4D7D-B8B2-8283E82BD32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529E67D-E0F9-4532-A321-E7FA2F6CF7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3ABC3D7-3C7C-4FC2-B322-FCAE24E681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081958D-8336-48FC-AE8D-6BFBA5CE45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4CBA31-A261-46D3-8835-90E5E781C2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3093C3F-8F84-45AF-8FCE-42D5CE1037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C1B413-F42A-457B-BF70-9CF33C34BB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A4E11C9-602C-4F1D-AD1B-6000B0C9F6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80E42CE-8D03-4612-8824-C718F54AF1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5C55257-8FBE-46A0-B283-1E231A85CB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E46B00-003E-4C93-8834-B7C192BFF7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2027A45-44B5-49C6-AAED-2AD4835F32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E5FA00D-AF57-4E30-A01B-4BB6D35A3D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DD1F3F-9F5C-4E26-83A5-2DC1231588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B604C7-AEB2-4B33-ABA1-AA8C924F43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DEE97CB-4B36-4674-BF60-47956ADBE5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C47F25F-95C5-48D2-80FF-66956370AB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63C951-9C61-4725-B26A-0E352D2D5F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71AE6A7-B888-4634-82B6-AF0855F6F1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38618E-65C1-4959-98B1-BB7A6FDD59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665a055fe54900" /><Relationship Type="http://schemas.openxmlformats.org/officeDocument/2006/relationships/slideLayout" Target="/ppt/slideLayouts/slideLayout1.xml" Id="R0c52edecd07f4c5a" /><Relationship Type="http://schemas.openxmlformats.org/officeDocument/2006/relationships/slideLayout" Target="/ppt/slideLayouts/slideLayout2.xml" Id="R299b93cca89548f0" /><Relationship Type="http://schemas.openxmlformats.org/officeDocument/2006/relationships/slideLayout" Target="/ppt/slideLayouts/slideLayout3.xml" Id="Rad22155920244e50" /><Relationship Type="http://schemas.openxmlformats.org/officeDocument/2006/relationships/slideLayout" Target="/ppt/slideLayouts/slideLayout4.xml" Id="R28609813bfbe4296" /><Relationship Type="http://schemas.openxmlformats.org/officeDocument/2006/relationships/slideLayout" Target="/ppt/slideLayouts/slideLayout5.xml" Id="Re83334b0b97b48bc" /><Relationship Type="http://schemas.openxmlformats.org/officeDocument/2006/relationships/slideLayout" Target="/ppt/slideLayouts/slideLayout6.xml" Id="Rc3a32923989b4b85" /><Relationship Type="http://schemas.openxmlformats.org/officeDocument/2006/relationships/slideLayout" Target="/ppt/slideLayouts/slideLayout7.xml" Id="R0a6ea0a16ed54f13" /><Relationship Type="http://schemas.openxmlformats.org/officeDocument/2006/relationships/slideLayout" Target="/ppt/slideLayouts/slideLayout8.xml" Id="R0262491a2fa2481e" /><Relationship Type="http://schemas.openxmlformats.org/officeDocument/2006/relationships/slideLayout" Target="/ppt/slideLayouts/slideLayout9.xml" Id="Rcb5800968f70402e" /><Relationship Type="http://schemas.openxmlformats.org/officeDocument/2006/relationships/slideLayout" Target="/ppt/slideLayouts/slideLayout10.xml" Id="R4e3f1eb30cc24f7d" /><Relationship Type="http://schemas.openxmlformats.org/officeDocument/2006/relationships/slideLayout" Target="/ppt/slideLayouts/slideLayout11.xml" Id="R17fbf96bf3a14a7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A2A5C51-A346-4EA8-AF14-DAB2FC5720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C0995A-002C-4095-ADCD-05161173E7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D102396-6D45-4188-8E9C-92B2EFE6FA4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169B75E-F3F2-45FE-9624-6DE8143DFB4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4A33AB-596F-4E82-BE63-F4D9C240D61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52edecd07f4c5a"/>
    <p:sldLayoutId xmlns:r="http://schemas.openxmlformats.org/officeDocument/2006/relationships" id="2147483650" r:id="R299b93cca89548f0"/>
    <p:sldLayoutId xmlns:r="http://schemas.openxmlformats.org/officeDocument/2006/relationships" id="2147483651" r:id="Rad22155920244e50"/>
    <p:sldLayoutId xmlns:r="http://schemas.openxmlformats.org/officeDocument/2006/relationships" id="2147483652" r:id="R28609813bfbe4296"/>
    <p:sldLayoutId xmlns:r="http://schemas.openxmlformats.org/officeDocument/2006/relationships" id="2147483653" r:id="Re83334b0b97b48bc"/>
    <p:sldLayoutId xmlns:r="http://schemas.openxmlformats.org/officeDocument/2006/relationships" id="2147483654" r:id="Rc3a32923989b4b85"/>
    <p:sldLayoutId xmlns:r="http://schemas.openxmlformats.org/officeDocument/2006/relationships" id="2147483655" r:id="R0a6ea0a16ed54f13"/>
    <p:sldLayoutId xmlns:r="http://schemas.openxmlformats.org/officeDocument/2006/relationships" id="2147483656" r:id="R0262491a2fa2481e"/>
    <p:sldLayoutId xmlns:r="http://schemas.openxmlformats.org/officeDocument/2006/relationships" id="2147483657" r:id="Rcb5800968f70402e"/>
    <p:sldLayoutId xmlns:r="http://schemas.openxmlformats.org/officeDocument/2006/relationships" id="2147483658" r:id="R4e3f1eb30cc24f7d"/>
    <p:sldLayoutId xmlns:r="http://schemas.openxmlformats.org/officeDocument/2006/relationships" id="2147483659" r:id="R17fbf96bf3a14a7c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acc2064f6b46b0" /><Relationship Type="http://schemas.openxmlformats.org/officeDocument/2006/relationships/image" Target="/ppt/media/image.png" Id="R67cf67fcfd1d4979" /><Relationship Type="http://schemas.openxmlformats.org/officeDocument/2006/relationships/image" Target="/ppt/media/image2.png" Id="Rca8037c36c5d461e" /><Relationship Type="http://schemas.openxmlformats.org/officeDocument/2006/relationships/notesSlide" Target="/ppt/notesSlides/notesSlide1.xml" Id="R5405fe9ca1d44e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f6177c866c48ec" /><Relationship Type="http://schemas.openxmlformats.org/officeDocument/2006/relationships/notesSlide" Target="/ppt/notesSlides/notesSlide2.xml" Id="R14f06d3f682d4d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8bdbd23277d460b" /><Relationship Type="http://schemas.openxmlformats.org/officeDocument/2006/relationships/notesSlide" Target="/ppt/notesSlides/notesSlide3.xml" Id="R768f2561b6374a0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313cef07004cd9" /><Relationship Type="http://schemas.openxmlformats.org/officeDocument/2006/relationships/image" Target="/ppt/media/image.png" Id="R9a520d27352c4912" /><Relationship Type="http://schemas.openxmlformats.org/officeDocument/2006/relationships/image" Target="/ppt/media/image3.png" Id="Rdc62e1a4e15e4750" /><Relationship Type="http://schemas.openxmlformats.org/officeDocument/2006/relationships/notesSlide" Target="/ppt/notesSlides/notesSlide4.xml" Id="R6954120d75574b2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641bc9eba6945cf" /><Relationship Type="http://schemas.openxmlformats.org/officeDocument/2006/relationships/image" Target="/ppt/media/image.png" Id="R41c439403b2243cb" /><Relationship Type="http://schemas.openxmlformats.org/officeDocument/2006/relationships/image" Target="/ppt/media/image4.png" Id="R66d299eb6d034023" /><Relationship Type="http://schemas.openxmlformats.org/officeDocument/2006/relationships/notesSlide" Target="/ppt/notesSlides/notesSlide5.xml" Id="Rb6e35abf37f542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6258edbcfd44211" /><Relationship Type="http://schemas.openxmlformats.org/officeDocument/2006/relationships/image" Target="/ppt/media/image5.png" Id="R8f4c0def362d4eba" /><Relationship Type="http://schemas.openxmlformats.org/officeDocument/2006/relationships/notesSlide" Target="/ppt/notesSlides/notesSlide6.xml" Id="R0a888ad6e75346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decc63bc434447" /><Relationship Type="http://schemas.openxmlformats.org/officeDocument/2006/relationships/image" Target="/ppt/media/image.png" Id="Rec8631fae47041d5" /><Relationship Type="http://schemas.openxmlformats.org/officeDocument/2006/relationships/image" Target="/ppt/media/image6.png" Id="R2cc625da237b4b73" /><Relationship Type="http://schemas.openxmlformats.org/officeDocument/2006/relationships/notesSlide" Target="/ppt/notesSlides/notesSlide7.xml" Id="Ra271c6c63e8f46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202fdd7256e4dfa" /><Relationship Type="http://schemas.openxmlformats.org/officeDocument/2006/relationships/image" Target="/ppt/media/image5.png" Id="R6d337d9b18474924" /><Relationship Type="http://schemas.openxmlformats.org/officeDocument/2006/relationships/image" Target="/ppt/media/image7.png" Id="R966475b2ea1d4fa2" /><Relationship Type="http://schemas.openxmlformats.org/officeDocument/2006/relationships/notesSlide" Target="/ppt/notesSlides/notesSlide8.xml" Id="R87550593628445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dfc9aeca4ec48cc" /><Relationship Type="http://schemas.openxmlformats.org/officeDocument/2006/relationships/notesSlide" Target="/ppt/notesSlides/notesSlide9.xml" Id="Rcbceb4e38f9e40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ab9aaa630a4c43" /><Relationship Type="http://schemas.openxmlformats.org/officeDocument/2006/relationships/notesSlide" Target="/ppt/notesSlides/notesSlide10.xml" Id="Rb8575114ad59485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98e3f9fa5e4f85" /><Relationship Type="http://schemas.openxmlformats.org/officeDocument/2006/relationships/image" Target="/ppt/media/image5.png" Id="R6592bf95333743c5" /><Relationship Type="http://schemas.openxmlformats.org/officeDocument/2006/relationships/notesSlide" Target="/ppt/notesSlides/notesSlide11.xml" Id="R193c0d0a720a420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99accd366414d01" /><Relationship Type="http://schemas.openxmlformats.org/officeDocument/2006/relationships/notesSlide" Target="/ppt/notesSlides/notesSlide12.xml" Id="Rba55eca1fe89420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451BB22-5A9D-498B-B4A7-832312C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450AFC5-3358-459D-BAE9-3CD63253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B33D43-0D18-404E-A4B5-426E0E37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9D38E9-F2F1-4C60-B862-159212F7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7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PRESIDENT PRE-READ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DBFE0E-4D5A-40D9-86E0-B5A15118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5334000" cy="2331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84000"/>
              </a:lnSpc>
              <a:buNone/>
              <a:defRPr sz="5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5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8/26 社内AI研修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5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5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Webサイトを作る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0349D2D-B546-4350-A909-C9C9385D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533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5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5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改善して、公開する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8F1CF6-78B1-4776-843B-6F1DEA0B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17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217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3本のプロンプトで、変化を見せる。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EFCE2C-0A87-417F-8CF7-76A7F464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40005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8F6FC"/>
          </a:solidFill>
          <a:ln xmlns:a="http://schemas.openxmlformats.org/drawingml/2006/main" w="14288">
            <a:solidFill>
              <a:srgbClr val="00A5E3"/>
            </a:solidFill>
            <a:prstDash val="solid"/>
          </a:ln>
        </p:spPr>
        <p:txBody>
          <a:bodyPr xmlns:a="http://schemas.openxmlformats.org/drawingml/2006/main" wrap="square" lIns="171450" tIns="95250" rIns="171450" bIns="952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社長事前確認版  |  15分ライブデモ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1CE107E-C71F-4DFD-AE39-41627BF7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rPr>
              <a:t>2026.08.26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04AEAD-D46C-4152-AC73-6BCBC81A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245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株式会社MightyLINK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06581E5-1AB2-4BBA-A1CF-E374F14A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14350"/>
            <a:ext cx="5238750" cy="5829300"/>
          </a:xfrm>
          <a:prstGeom xmlns:a="http://schemas.openxmlformats.org/drawingml/2006/main" prst="roundRect">
            <a:avLst>
              <a:gd name="adj" fmla="val 1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8E1"/>
            </a:solidFill>
            <a:prstDash val="solid"/>
          </a:ln>
        </p:spPr>
        <p:txBody>
          <a:bodyPr xmlns:a="http://schemas.openxmlformats.org/drawingml/2006/main" wrap="square" lIns="152400" tIns="95250" rIns="1524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OFFICIAL GOOGLE PRODUCT ARTWORK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9FB01C-28CD-4D29-B9D7-FDFC7F4D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pic>
        <p:nvPicPr>
          <p:cNvPr id="28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cf67fcfd1d49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8037c36c5d461e"/>
          <a:stretch xmlns:a="http://schemas.openxmlformats.org/drawingml/2006/main"/>
        </p:blipFill>
        <p:spPr>
          <a:xfrm xmlns:a="http://schemas.openxmlformats.org/drawingml/2006/main">
            <a:off x="6400800" y="2714125"/>
            <a:ext cx="4933950" cy="1467850"/>
          </a:xfrm>
          <a:prstGeom xmlns:a="http://schemas.openxmlformats.org/drawingml/2006/main" prst="roundRect">
            <a:avLst>
              <a:gd name="adj" fmla="val 1158"/>
            </a:avLst>
          </a:prstGeom>
        </p:spPr>
      </p:pic>
    </p:spTree>
    <p:extLst>
      <p:ext uri="{BB962C8B-B14F-4D97-AF65-F5344CB8AC3E}">
        <p14:creationId xmlns:p14="http://schemas.microsoft.com/office/powerpoint/2010/main" val="16403578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42968-AAB4-4D75-B01A-6F04EDBB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1783F5C-17B6-464B-8F9C-6A0BEDC5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D7C0C9D-6166-4B9E-A085-570957E1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3B3C3A0-D614-4E88-BFC3-6F74C204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EXECUTIVE CHECK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92650F4-45DB-473D-A375-F4F8304E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この資料で確認するのは3つの変化です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89C52B6-DF3D-4055-B961-37A58BCC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2FBAB82-486C-4950-83BA-27CE0DA5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社長事前確認版  |  Google Antigravity 2.0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1A61D61-0BA7-41FE-BE81-75753082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02 / 12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123264A-CD05-4920-9AE8-339CCF45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3181350" cy="4114800"/>
          </a:xfrm>
          <a:prstGeom xmlns:a="http://schemas.openxmlformats.org/drawingml/2006/main" prst="roundRect">
            <a:avLst>
              <a:gd name="adj" fmla="val 17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228600" rIns="2286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8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8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01  作る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DEC49D3-9B65-4A7A-BEFA-E996B38F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A3D7D89-B645-4885-9D62-2F70F84E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2724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654741-F076-4F1F-8CC3-799E8267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43225"/>
            <a:ext cx="27241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Prompt 1</a:t>
            </a:r>
          </a:p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HTML / CSS</a:t>
            </a:r>
          </a:p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ローカルで確認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E3626E0-2CF3-4D1E-BFB2-4BFF1F86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76400"/>
            <a:ext cx="3181350" cy="4114800"/>
          </a:xfrm>
          <a:prstGeom xmlns:a="http://schemas.openxmlformats.org/drawingml/2006/main" prst="roundRect">
            <a:avLst>
              <a:gd name="adj" fmla="val 17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228600" rIns="2286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85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285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rPr>
              <a:t>02  育てる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4E7BAEF-30CA-4539-8EE0-3797EFCFD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0077B6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A8816BFE-B17B-42C6-B409-387022A1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09850"/>
            <a:ext cx="2724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C8DC483-3C12-496E-B6D5-A5E08D63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43225"/>
            <a:ext cx="27241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Prompt 2</a:t>
            </a:r>
          </a:p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絞り込み / 参加候補</a:t>
            </a:r>
          </a:p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デザイン変更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B72C276-45C5-4706-8092-0DF46BF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76400"/>
            <a:ext cx="3181350" cy="4114800"/>
          </a:xfrm>
          <a:prstGeom xmlns:a="http://schemas.openxmlformats.org/drawingml/2006/main" prst="roundRect">
            <a:avLst>
              <a:gd name="adj" fmla="val 17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228600" rIns="2286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850" b="1">
                <a:solidFill>
                  <a:srgbClr val="218A4A"/>
                </a:solidFill>
                <a:latin typeface="Yu Gothic UI"/>
                <a:ea typeface="Yu Gothic UI"/>
                <a:cs typeface="Yu Gothic UI"/>
              </a:defRPr>
            </a:pPr>
            <a:r>
              <a:rPr sz="2850" b="1">
                <a:solidFill>
                  <a:srgbClr val="218A4A"/>
                </a:solidFill>
                <a:latin typeface="Yu Gothic UI"/>
                <a:ea typeface="Yu Gothic UI"/>
                <a:cs typeface="Yu Gothic UI"/>
              </a:rPr>
              <a:t>03  公開する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F51DE44-69D7-4F31-9BAA-6B04D5DB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0284C7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54D1D7C-1C6B-4263-826A-92250730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09850"/>
            <a:ext cx="2724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8A4A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D1B461C-B02E-4CCE-BEF6-D65DF36E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943225"/>
            <a:ext cx="27241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Prompt 3</a:t>
            </a:r>
          </a:p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人が承認してpush</a:t>
            </a:r>
          </a:p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公開URLで確認</a:t>
            </a:r>
          </a:p>
        </p:txBody>
      </p:sp>
    </p:spTree>
    <p:extLst>
      <p:ext uri="{BB962C8B-B14F-4D97-AF65-F5344CB8AC3E}">
        <p14:creationId xmlns:p14="http://schemas.microsoft.com/office/powerpoint/2010/main" val="7787163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RUN OF SHOW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15分で「作る → 育てる → 公開」まで見せます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社長事前確認版  |  Google Antigravity 2.0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03 / 12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D3C0645-73FE-40C9-80F2-6C167D04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6705600" cy="4133850"/>
          </a:xfrm>
          <a:prstGeom xmlns:a="http://schemas.openxmlformats.org/drawingml/2006/main" prst="roundRect">
            <a:avLst>
              <a:gd name="adj" fmla="val 13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5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5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00:00 — 15:00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010C74-2549-4CE1-89F7-93F67480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8184E41-1B43-48F8-BD28-629AE0D4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6096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7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00–04  作る　初版サイトを生成・確認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04–09  育てる　機能とデザインを追加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09–13  公開　差分確認 → 人が承認 → push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13–15  確認　公開URLと操作結果を共有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4720681-B5F3-47F9-A4B1-4D082BE9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3924300" cy="4133850"/>
          </a:xfrm>
          <a:prstGeom xmlns:a="http://schemas.openxmlformats.org/drawingml/2006/main" prst="roundRect">
            <a:avLst>
              <a:gd name="adj" fmla="val 1456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04800" tIns="228600" rIns="3048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観客が見る変化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F10C31-4072-4798-BA22-4F7AB26A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077B6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0FFF4D2-BD6E-49A6-839C-AC42D72A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67000"/>
            <a:ext cx="3314700" cy="2583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  local site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2  feature additions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3  public URL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>AIの回答ではなく、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画面とURLで確かめる。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451BB22-5A9D-498B-B4A7-832312C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450AFC5-3358-459D-BAE9-3CD63253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B33D43-0D18-404E-A4B5-426E0E37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9D38E9-F2F1-4C60-B862-159212F7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PRE-FLIGHT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DBFE0E-4D5A-40D9-86E0-B5A15118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前日までに6点を緑にします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0349D2D-B546-4350-A909-C9C9385D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8F1CF6-78B1-4776-843B-6F1DEA0B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社長事前確認版  |  Google Antigravity 2.0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EFCE2C-0A87-417F-8CF7-76A7F464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04 / 12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1CE107E-C71F-4DFD-AE39-41627BF7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2197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デモ端末・公開先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04AEAD-D46C-4152-AC73-6BCBC81A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06581E5-1AB2-4BBA-A1CF-E374F14A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46863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01  Antigravityへログイン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02  Chromeが起動できる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03  GitHub CLIはkanta13jp1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04  専用Pages repoをProjectで開く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05  Pages green / デモ検証PASS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python scripts/run_antigravity_live_demo.py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9FB01C-28CD-4D29-B9D7-FDFC7F4D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76400"/>
            <a:ext cx="53721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11430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200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DEDICATED PAGES REPO</a:t>
            </a:r>
          </a:p>
        </p:txBody>
      </p:sp>
      <p:pic>
        <p:nvPicPr>
          <p:cNvPr id="28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520d27352c49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62e1a4e15e4750"/>
          <a:stretch xmlns:a="http://schemas.openxmlformats.org/drawingml/2006/main"/>
        </p:blipFill>
        <p:spPr>
          <a:xfrm xmlns:a="http://schemas.openxmlformats.org/drawingml/2006/main">
            <a:off x="6438900" y="2812338"/>
            <a:ext cx="4838700" cy="1728624"/>
          </a:xfrm>
          <a:prstGeom xmlns:a="http://schemas.openxmlformats.org/drawingml/2006/main" prst="roundRect">
            <a:avLst>
              <a:gd name="adj" fmla="val 1863"/>
            </a:avLst>
          </a:prstGeom>
        </p:spPr>
      </p:pic>
    </p:spTree>
    <p:extLst>
      <p:ext uri="{BB962C8B-B14F-4D97-AF65-F5344CB8AC3E}">
        <p14:creationId xmlns:p14="http://schemas.microsoft.com/office/powerpoint/2010/main" val="16403578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451BB22-5A9D-498B-B4A7-832312C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450AFC5-3358-459D-BAE9-3CD63253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B33D43-0D18-404E-A4B5-426E0E37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9D38E9-F2F1-4C60-B862-159212F7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PRODUCT ORIENTATION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DBFE0E-4D5A-40D9-86E0-B5A15118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見る場所は4つだけです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0349D2D-B546-4350-A909-C9C9385D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8F1CF6-78B1-4776-843B-6F1DEA0B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社長事前確認版  |  Google Antigravity 2.0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EFCE2C-0A87-417F-8CF7-76A7F464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05 / 12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1CE107E-C71F-4DFD-AE39-41627BF7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4000500" cy="41148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画面の見取り図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04AEAD-D46C-4152-AC73-6BCBC81A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06581E5-1AB2-4BBA-A1CF-E374F14A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67000"/>
            <a:ext cx="33718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  Manager　指示と進行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2  Editor / Terminal　差分と実行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3  Browser　ローカル確認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4  GitHub Pages　公開URL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9FB01C-28CD-4D29-B9D7-FDFC7F4D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85900"/>
            <a:ext cx="6591300" cy="4495800"/>
          </a:xfrm>
          <a:prstGeom xmlns:a="http://schemas.openxmlformats.org/drawingml/2006/main" prst="roundRect">
            <a:avLst>
              <a:gd name="adj" fmla="val 12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09550" tIns="95250" rIns="20955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200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EDITOR + MANAGER + BROWSER</a:t>
            </a:r>
          </a:p>
        </p:txBody>
      </p:sp>
      <p:pic>
        <p:nvPicPr>
          <p:cNvPr id="28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439403b2243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d299eb6d034023"/>
          <a:stretch xmlns:a="http://schemas.openxmlformats.org/drawingml/2006/main"/>
        </p:blipFill>
        <p:spPr>
          <a:xfrm xmlns:a="http://schemas.openxmlformats.org/drawingml/2006/main">
            <a:off x="5162550" y="1980226"/>
            <a:ext cx="6172200" cy="3678597"/>
          </a:xfrm>
          <a:prstGeom xmlns:a="http://schemas.openxmlformats.org/drawingml/2006/main" prst="roundRect">
            <a:avLst>
              <a:gd name="adj" fmla="val 1463"/>
            </a:avLst>
          </a:prstGeom>
        </p:spPr>
      </p:pic>
    </p:spTree>
    <p:extLst>
      <p:ext uri="{BB962C8B-B14F-4D97-AF65-F5344CB8AC3E}">
        <p14:creationId xmlns:p14="http://schemas.microsoft.com/office/powerpoint/2010/main" val="16403578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PROMPT 1 / BUILD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Prompt 1　まずWebサイトを作ります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社長事前確認版  |  Google Antigravity 2.0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06 / 12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492DE15-A1C1-4307-BD18-5C0D11C4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1304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09550" rIns="24765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入力・出力・禁止を明示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794E228-76DA-4473-85C1-4C12D945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650" b="1">
                <a:solidFill>
                  <a:srgbClr val="071A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071A2B"/>
                </a:solidFill>
                <a:latin typeface="Yu Gothic UI"/>
                <a:ea typeface="Yu Gothic UI"/>
                <a:cs typeface="Yu Gothic UI"/>
              </a:rPr>
              <a:t>そのまま貼る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0A47CA3-42F3-4FE6-B0AB-EADCDB5D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B4A705D-A35B-46ED-8CB9-A161D5A3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1840"/>
            </a:avLst>
          </a:prstGeom>
          <a:solidFill xmlns:a="http://schemas.openxmlformats.org/drawingml/2006/main">
            <a:srgbClr val="10283A"/>
          </a:solidFill>
          <a:ln xmlns:a="http://schemas.openxmlformats.org/drawingml/2006/main" w="9525">
            <a:solidFill>
              <a:srgbClr val="36546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28600" rIns="247650" bIns="1714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@SITE_BRIEF.md を読み、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index.html と styles.css を作成。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ctr">
              <a:buNone/>
            </a:pPr>
            <a:r>
              <a:t>4セッションと合成データ表示、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assets/workshop-hero.png を使用。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この段階ではJavaScriptなし。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commit / push は実行しない。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1440x900 / 390x844で確認。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FC3497B-E8DC-46EE-BFEF-FD53ECFE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>
                <a:solidFill>
                  <a:srgbClr val="0F172A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CCA626B-312F-4B39-82B3-1DA1069B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6D5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AFC6D5"/>
                </a:solidFill>
                <a:latin typeface="Yu Gothic UI"/>
                <a:ea typeface="Yu Gothic UI"/>
                <a:cs typeface="Yu Gothic UI"/>
              </a:rPr>
              <a:t>正本: docs/demo/antigravity_workshop/MAIN_PROMPT.txt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908B09F-9874-4840-9F18-C5C4A005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pic>
        <p:nvPicPr>
          <p:cNvPr id="33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c0def362d4e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451BB22-5A9D-498B-B4A7-832312C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450AFC5-3358-459D-BAE9-3CD63253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B33D43-0D18-404E-A4B5-426E0E37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9D38E9-F2F1-4C60-B862-159212F7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PROMPT 2 / IMPROVE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DBFE0E-4D5A-40D9-86E0-B5A15118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Prompt 2　機能とデザインを育てます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0349D2D-B546-4350-A909-C9C9385D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8F1CF6-78B1-4776-843B-6F1DEA0B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社長事前確認版  |  Google Antigravity 2.0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EFCE2C-0A87-417F-8CF7-76A7F464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07 / 12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1CE107E-C71F-4DFD-AE39-41627BF7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31495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追加して確かめる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04AEAD-D46C-4152-AC73-6BCBC81A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06581E5-1AB2-4BBA-A1CF-E374F14A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09850"/>
            <a:ext cx="4762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01  Filter　5カテゴリ</a:t>
            </a:r>
          </a:p>
          <a:p xmlns:a="http://schemas.openxmlformats.org/drawingml/2006/main">
            <a:pPr algn="l">
              <a:buNone/>
              <a:defRPr sz="1725">
                <a:solidFill>
                  <a:srgbClr val="17242B"/>
                </a:solidFill>
              </a:defRPr>
            </a:pPr>
            <a:r>
              <a: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02  Select　参加候補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03  State　件数と名称</a:t>
            </a:r>
          </a:p>
          <a:p xmlns:a="http://schemas.openxmlformats.org/drawingml/2006/main">
            <a:pPr algn="l">
              <a:buNone/>
              <a:defRPr sz="1725">
                <a:solidFill>
                  <a:srgbClr val="17242B"/>
                </a:solidFill>
              </a:defRPr>
            </a:pPr>
            <a:r>
              <a: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04  A11y　pressed / live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05  Design　公式色 / 1列</a:t>
            </a:r>
          </a:p>
          <a:p xmlns:a="http://schemas.openxmlformats.org/drawingml/2006/main">
            <a:pPr algn="l">
              <a:buNone/>
              <a:defRPr sz="1725">
                <a:solidFill>
                  <a:srgbClr val="17242B"/>
                </a:solidFill>
              </a:defRPr>
            </a:pPr>
            <a:r>
              <a: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06  Verify　4,1,1,1,1 / 2件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9FB01C-28CD-4D29-B9D7-FDFC7F4D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76400"/>
            <a:ext cx="531495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36546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95250" rIns="2286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FUNCTION + DESIGN</a:t>
            </a:r>
          </a:p>
        </p:txBody>
      </p:sp>
      <p:pic>
        <p:nvPicPr>
          <p:cNvPr id="28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8631fae47041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c625da237b4b73"/>
          <a:srcRect xmlns:a="http://schemas.openxmlformats.org/drawingml/2006/main" l="3255" t="0" r="32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2110032"/>
            <a:ext cx="4857750" cy="3247536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64035783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2252CDC-5181-467F-ACAF-EE2AA88D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9F527F6-D503-4B3F-8084-EB4894CA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57DC14-0C05-4458-870D-45C92F8F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3D73127-EDAD-41E0-8EBF-1CCF5E85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PROMPT 3 / PUBLISH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D49119D-3CD1-4343-A09F-C67FDEEA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Prompt 3　人が承認してから公開します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03AC64C-205F-4054-A3DD-71EB4B43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4A3AF2D-BF80-4CB1-945D-B3C7CDA7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社長事前確認版  |  Google Antigravity 2.0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DFBF4B1-9B57-42B2-96D1-ABB044D7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08 / 12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DB7B38F-9B08-4FC7-B331-7312E0012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2197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50" b="1">
                <a:solidFill>
                  <a:srgbClr val="B83A2D"/>
                </a:solidFill>
                <a:latin typeface="Yu Gothic UI"/>
                <a:ea typeface="Yu Gothic UI"/>
                <a:cs typeface="Yu Gothic UI"/>
              </a:defRPr>
            </a:pPr>
            <a:r>
              <a:rPr sz="2250" b="1">
                <a:solidFill>
                  <a:srgbClr val="B83A2D"/>
                </a:solidFill>
                <a:latin typeface="Yu Gothic UI"/>
                <a:ea typeface="Yu Gothic UI"/>
                <a:cs typeface="Yu Gothic UI"/>
              </a:rPr>
              <a:t>公開前に必ず停止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4A27BA8-01EC-4194-94D2-63E1DF8F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3ADAFF8-4437-4784-9A22-9FE562B7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46863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専用リポジトリだけ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main / (root)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git status / diff / remote / branch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secret / PII / 合成マーカー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>「公開してもよいですか？」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正確な「公開して」まで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add / commit / push は禁止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6B250AE-FECE-4ED1-9386-1E146A7D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76400"/>
            <a:ext cx="53721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36546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114300" rIns="24765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REVIEW POLICY + PUBLISH</a:t>
            </a:r>
          </a:p>
        </p:txBody>
      </p:sp>
      <p:pic>
        <p:nvPicPr>
          <p:cNvPr id="28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337d9b184749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6475b2ea1d4fa2"/>
          <a:stretch xmlns:a="http://schemas.openxmlformats.org/drawingml/2006/main"/>
        </p:blipFill>
        <p:spPr>
          <a:xfrm xmlns:a="http://schemas.openxmlformats.org/drawingml/2006/main">
            <a:off x="6419850" y="2567264"/>
            <a:ext cx="4876800" cy="2028272"/>
          </a:xfrm>
          <a:prstGeom xmlns:a="http://schemas.openxmlformats.org/drawingml/2006/main" prst="roundRect">
            <a:avLst>
              <a:gd name="adj" fmla="val 2000"/>
            </a:avLst>
          </a:prstGeom>
        </p:spPr>
      </p:pic>
    </p:spTree>
    <p:extLst>
      <p:ext uri="{BB962C8B-B14F-4D97-AF65-F5344CB8AC3E}">
        <p14:creationId xmlns:p14="http://schemas.microsoft.com/office/powerpoint/2010/main" val="19607325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42968-AAB4-4D75-B01A-6F04EDBB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1783F5C-17B6-464B-8F9C-6A0BEDC5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D7C0C9D-6166-4B9E-A085-570957E1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3B3C3A0-D614-4E88-BFC3-6F74C204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PUBLIC PROOF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92650F4-45DB-473D-A375-F4F8304E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成功判定は3つ。公開URLまで見えたら終わります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89C52B6-DF3D-4055-B961-37A58BCC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2FBAB82-486C-4950-83BA-27CE0DA5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社長事前確認版  |  Google Antigravity 2.0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1A61D61-0BA7-41FE-BE81-75753082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09 / 12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123264A-CD05-4920-9AE8-339CCF45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3181350" cy="4114800"/>
          </a:xfrm>
          <a:prstGeom xmlns:a="http://schemas.openxmlformats.org/drawingml/2006/main" prst="roundRect">
            <a:avLst>
              <a:gd name="adj" fmla="val 17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219075" rIns="2286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5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5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FILES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DEC49D3-9B65-4A7A-BEFA-E996B38F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A3D7D89-B645-4885-9D62-2F70F84E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2724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654741-F076-4F1F-8CC3-799E8267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272415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index.html</a:t>
            </a:r>
          </a:p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>styles.css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app.js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想定外ファイル 0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E3626E0-2CF3-4D1E-BFB2-4BFF1F86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76400"/>
            <a:ext cx="3181350" cy="4114800"/>
          </a:xfrm>
          <a:prstGeom xmlns:a="http://schemas.openxmlformats.org/drawingml/2006/main" prst="roundRect">
            <a:avLst>
              <a:gd name="adj" fmla="val 17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219075" rIns="2286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55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255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rPr>
              <a:t>FUNCTION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4E7BAEF-30CA-4539-8EE0-3797EFCFD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0077B6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A8816BFE-B17B-42C6-B409-387022A1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90800"/>
            <a:ext cx="2724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C8DC483-3C12-496E-B6D5-A5E08D63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09900"/>
            <a:ext cx="272415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絞り込み</a:t>
            </a:r>
          </a:p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>4, 1, 1, 1, 1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参加候補 2件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B72C276-45C5-4706-8092-0DF46BF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76400"/>
            <a:ext cx="3181350" cy="4114800"/>
          </a:xfrm>
          <a:prstGeom xmlns:a="http://schemas.openxmlformats.org/drawingml/2006/main" prst="roundRect">
            <a:avLst>
              <a:gd name="adj" fmla="val 17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219075" rIns="2286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550" b="1">
                <a:solidFill>
                  <a:srgbClr val="218A4A"/>
                </a:solidFill>
                <a:latin typeface="Yu Gothic UI"/>
                <a:ea typeface="Yu Gothic UI"/>
                <a:cs typeface="Yu Gothic UI"/>
              </a:defRPr>
            </a:pPr>
            <a:r>
              <a:rPr sz="2550" b="1">
                <a:solidFill>
                  <a:srgbClr val="218A4A"/>
                </a:solidFill>
                <a:latin typeface="Yu Gothic UI"/>
                <a:ea typeface="Yu Gothic UI"/>
                <a:cs typeface="Yu Gothic UI"/>
              </a:rPr>
              <a:t>PUBLIC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F51DE44-69D7-4F31-9BAA-6B04D5DB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0284C7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54D1D7C-1C6B-4263-826A-92250730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90800"/>
            <a:ext cx="2724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8A4A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D1B461C-B02E-4CCE-BEF6-D65DF36E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09900"/>
            <a:ext cx="272415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HTTPS 200</a:t>
            </a:r>
          </a:p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>タイトル / 4件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公開URLで確認</a:t>
            </a:r>
          </a:p>
        </p:txBody>
      </p:sp>
    </p:spTree>
    <p:extLst>
      <p:ext uri="{BB962C8B-B14F-4D97-AF65-F5344CB8AC3E}">
        <p14:creationId xmlns:p14="http://schemas.microsoft.com/office/powerpoint/2010/main" val="7787163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RECOVERY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失敗しても、90秒で見せ方を切り替えます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社長事前確認版  |  Google Antigravity 2.0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10 / 12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D3C0645-73FE-40C9-80F2-6C167D04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2197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19050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570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570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rPr>
              <a:t>90 sec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010C74-2549-4CE1-89F7-93F67480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8184E41-1B43-48F8-BD28-629AE0D4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572000" cy="2388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生成が止まる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→ ローカル完成版を開く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Pages待機が長い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→ 準備中URL + Actions green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remote不一致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→ pushせず公開手順を説明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4720681-B5F3-47F9-A4B1-4D082BE9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76400"/>
            <a:ext cx="53721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04800" tIns="209550" rIns="3048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B83A2D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B83A2D"/>
                </a:solidFill>
                <a:latin typeface="Yu Gothic UI"/>
                <a:ea typeface="Yu Gothic UI"/>
                <a:cs typeface="Yu Gothic UI"/>
              </a:rPr>
              <a:t>会場でやらないこと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F10C31-4072-4798-BA22-4F7AB26A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077B6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0FFF4D2-BD6E-49A6-839C-AC42D72A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62250"/>
            <a:ext cx="47625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2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×  本番リポジトリへ切替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×  secret確認を省略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×  承認前にpush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×  投影したまま長時間デバッグ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5B291CA-69D9-49C5-8C2B-3DF51180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772A0CB-5AD0-4D79-9E33-EB165509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A231CBC-00CB-497C-8100-DEB88073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7D2EE8-3B6F-40C5-AC41-FF68909F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FALLBACK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242E4BF-E3CF-466E-A906-8E1AD031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予備デモも同じ3段階を説明できます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95EE1DD2-D196-4AC3-8DCC-216EBE8F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318C350-E0DA-4DF2-9477-A98BB2A5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社長事前確認版  |  Google Antigravity 2.0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BC3FE7-438E-4F98-AAE2-E7EE3F5B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11 / 12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E6E7D4EA-29B4-4712-8E15-974A03FF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10896600" cy="4229100"/>
          </a:xfrm>
          <a:prstGeom xmlns:a="http://schemas.openxmlformats.org/drawingml/2006/main" prst="roundRect">
            <a:avLst>
              <a:gd name="adj" fmla="val 13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1714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各3分  |  ファイル変更・pushなし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FBB41D5-2C75-4FAC-A6DC-FA1FB76AA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77B6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02722827-85FB-4455-80E7-7A8A8F66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103632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E8F6FC"/>
          </a:solidFill>
          <a:ln xmlns:a="http://schemas.openxmlformats.org/drawingml/2006/main" w="11430">
            <a:solidFill>
              <a:srgbClr val="00A5E3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09550" tIns="133350" rIns="20955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7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7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完成版を操作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14AF83C-1230-4C71-B49C-32C5390A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F5A23B1-FB3C-460F-8503-0F8ABDA5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52750"/>
            <a:ext cx="9906000" cy="5888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7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5カテゴリを切り替え、2件を参加候補へ。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7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ローカル画面だけで機能とデザインを確認。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A8D98BC-D49A-4A42-A278-44823906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10363200" cy="12573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1E4"/>
          </a:solidFill>
          <a:ln xmlns:a="http://schemas.openxmlformats.org/drawingml/2006/main" w="11430">
            <a:solidFill>
              <a:srgbClr val="EF7E00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09550" tIns="133350" rIns="20955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725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1725" b="1">
                <a:solidFill>
                  <a:srgbClr val="EF7E00"/>
                </a:solidFill>
                <a:latin typeface="Yu Gothic UI"/>
                <a:ea typeface="Yu Gothic UI"/>
                <a:cs typeface="Yu Gothic UI"/>
              </a:rPr>
              <a:t>3プロンプトを比較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D9EB3FDC-A284-48D8-BB09-6ADF67FFD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>
                <a:solidFill>
                  <a:srgbClr val="0077B6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DCCB428-8D96-4D5E-A6C7-73C686B7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57700"/>
            <a:ext cx="9906000" cy="5888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7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AIに任せること／人が確認すること／停止条件を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7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72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3列で整理し、公開判断の違いを説明。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84202145-751D-44EE-BDA0-CE388796C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10200"/>
            <a:ext cx="1036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正本: docs/demo/antigravity_workshop/BACKUP_PROMPTS.txt</a:t>
            </a:r>
          </a:p>
        </p:txBody>
      </p:sp>
      <p:pic>
        <p:nvPicPr>
          <p:cNvPr id="37" name="Picture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92bf95333743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7649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NEXT DAY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36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8/27から、1業務を3プロンプトで育てる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社長事前確認版  |  Google Antigravity 2.0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12 / 12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D3C0645-73FE-40C9-80F2-6C167D04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67056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翌日の3アクション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010C74-2549-4CE1-89F7-93F67480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8184E41-1B43-48F8-BD28-629AE0D4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609600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225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25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01  小さく作る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25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25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02  具体的に改善する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25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25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>03  人が確認して共有する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4720681-B5F3-47F9-A4B1-4D082BE9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76400"/>
            <a:ext cx="3924300" cy="4114800"/>
          </a:xfrm>
          <a:prstGeom xmlns:a="http://schemas.openxmlformats.org/drawingml/2006/main" prst="roundRect">
            <a:avLst>
              <a:gd name="adj" fmla="val 1456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04800" tIns="209550" rIns="3048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8/26の持ち帰り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F10C31-4072-4798-BA22-4F7AB26A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077B6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0FFF4D2-BD6E-49A6-839C-AC42D72A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24150"/>
            <a:ext cx="3314700" cy="26490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  task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3  prompts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  public proof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AIに任せる範囲と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人が止める場所を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セットで持ち帰る。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2026-08-08T12:07:45.1850000Z</dcterms:created>
  <dcterms:modified xsi:type="dcterms:W3CDTF">2026-08-08T12:07:45.1850000Z</dcterms:modified>
</coreProperties>
</file>