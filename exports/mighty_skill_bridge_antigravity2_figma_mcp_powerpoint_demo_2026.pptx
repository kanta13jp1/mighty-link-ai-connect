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b92e349464f59" /><Relationship Type="http://schemas.openxmlformats.org/officeDocument/2006/relationships/extended-properties" Target="/docProps/app.xml" Id="Ra495325da9fd4c21" /><Relationship Type="http://schemas.openxmlformats.org/officeDocument/2006/relationships/officeDocument" Target="/ppt/presentation.xml" Id="R53349a095a4342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917bc9604c4d2b"/>
  </p:sldMasterIdLst>
  <p:notesMasterIdLst>
    <p:notesMasterId xmlns:r="http://schemas.openxmlformats.org/officeDocument/2006/relationships" r:id="Re6d69d5d55ae4e6e"/>
  </p:notesMasterIdLst>
  <p:sldIdLst>
    <p:sldId xmlns:r="http://schemas.openxmlformats.org/officeDocument/2006/relationships" id="256" r:id="R58181830046a4f53"/>
    <p:sldId xmlns:r="http://schemas.openxmlformats.org/officeDocument/2006/relationships" id="257" r:id="Rad10d1045b1e42f2"/>
    <p:sldId xmlns:r="http://schemas.openxmlformats.org/officeDocument/2006/relationships" id="258" r:id="R888bb881521e45d9"/>
    <p:sldId xmlns:r="http://schemas.openxmlformats.org/officeDocument/2006/relationships" id="259" r:id="R10d0ec79cbf54097"/>
    <p:sldId xmlns:r="http://schemas.openxmlformats.org/officeDocument/2006/relationships" id="260" r:id="R369ed93684d942c3"/>
    <p:sldId xmlns:r="http://schemas.openxmlformats.org/officeDocument/2006/relationships" id="261" r:id="R1d6074812af04492"/>
    <p:sldId xmlns:r="http://schemas.openxmlformats.org/officeDocument/2006/relationships" id="262" r:id="R8c6b9b3789de40a8"/>
    <p:sldId xmlns:r="http://schemas.openxmlformats.org/officeDocument/2006/relationships" id="263" r:id="Rfca854a53d32461d"/>
    <p:sldId xmlns:r="http://schemas.openxmlformats.org/officeDocument/2006/relationships" id="264" r:id="R1cd0658f6a5d4779"/>
    <p:sldId xmlns:r="http://schemas.openxmlformats.org/officeDocument/2006/relationships" id="265" r:id="Rb8d1ad905f9b4064"/>
    <p:sldId xmlns:r="http://schemas.openxmlformats.org/officeDocument/2006/relationships" id="266" r:id="R6383453693e04729"/>
    <p:sldId xmlns:r="http://schemas.openxmlformats.org/officeDocument/2006/relationships" id="267" r:id="Rb51341f319f3469d"/>
    <p:sldId xmlns:r="http://schemas.openxmlformats.org/officeDocument/2006/relationships" id="268" r:id="R23d7c95949e048b3"/>
    <p:sldId xmlns:r="http://schemas.openxmlformats.org/officeDocument/2006/relationships" id="269" r:id="R778310a306374e9e"/>
    <p:sldId xmlns:r="http://schemas.openxmlformats.org/officeDocument/2006/relationships" id="270" r:id="R6435e501236e4846"/>
    <p:sldId xmlns:r="http://schemas.openxmlformats.org/officeDocument/2006/relationships" id="271" r:id="R052fd1eda26c4ae7"/>
    <p:sldId xmlns:r="http://schemas.openxmlformats.org/officeDocument/2006/relationships" id="272" r:id="R92c27f2f28c044f9"/>
    <p:sldId xmlns:r="http://schemas.openxmlformats.org/officeDocument/2006/relationships" id="273" r:id="R89c90fbcf2d04d19"/>
    <p:sldId xmlns:r="http://schemas.openxmlformats.org/officeDocument/2006/relationships" id="274" r:id="R299ec0ae0b3a43a7"/>
    <p:sldId xmlns:r="http://schemas.openxmlformats.org/officeDocument/2006/relationships" id="275" r:id="R53b0bb91eac74684"/>
    <p:sldId xmlns:r="http://schemas.openxmlformats.org/officeDocument/2006/relationships" id="276" r:id="R3e7e4feabf654d01"/>
    <p:sldId xmlns:r="http://schemas.openxmlformats.org/officeDocument/2006/relationships" id="277" r:id="R12c386546efc4b9d"/>
    <p:sldId xmlns:r="http://schemas.openxmlformats.org/officeDocument/2006/relationships" id="278" r:id="Rd134f880b1b64efe"/>
    <p:sldId xmlns:r="http://schemas.openxmlformats.org/officeDocument/2006/relationships" id="279" r:id="Re9300dd8de1a48a2"/>
    <p:sldId xmlns:r="http://schemas.openxmlformats.org/officeDocument/2006/relationships" id="280" r:id="R6c696c3175b242eb"/>
    <p:sldId xmlns:r="http://schemas.openxmlformats.org/officeDocument/2006/relationships" id="281" r:id="Rf4ac35492f2c4c9c"/>
    <p:sldId xmlns:r="http://schemas.openxmlformats.org/officeDocument/2006/relationships" id="282" r:id="R07e77bba79f74013"/>
    <p:sldId xmlns:r="http://schemas.openxmlformats.org/officeDocument/2006/relationships" id="283" r:id="R813466bec024491f"/>
    <p:sldId xmlns:r="http://schemas.openxmlformats.org/officeDocument/2006/relationships" id="284" r:id="R1d50fd77dd9641e2"/>
    <p:sldId xmlns:r="http://schemas.openxmlformats.org/officeDocument/2006/relationships" id="285" r:id="R2ad802f278ef4ee8"/>
    <p:sldId xmlns:r="http://schemas.openxmlformats.org/officeDocument/2006/relationships" id="286" r:id="R52f46fb725be478d"/>
    <p:sldId xmlns:r="http://schemas.openxmlformats.org/officeDocument/2006/relationships" id="287" r:id="R5b282e2cfe454757"/>
    <p:sldId xmlns:r="http://schemas.openxmlformats.org/officeDocument/2006/relationships" id="288" r:id="R5ace42fe4e7849d4"/>
    <p:sldId xmlns:r="http://schemas.openxmlformats.org/officeDocument/2006/relationships" id="289" r:id="R3c7ac1d76551484c"/>
    <p:sldId xmlns:r="http://schemas.openxmlformats.org/officeDocument/2006/relationships" id="290" r:id="Rfa15a4463b314bd9"/>
    <p:sldId xmlns:r="http://schemas.openxmlformats.org/officeDocument/2006/relationships" id="291" r:id="R96f9e0c439354c0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4516c4be64c59" /><Relationship Type="http://schemas.openxmlformats.org/officeDocument/2006/relationships/slideMaster" Target="/ppt/slideMasters/slideMaster1.xml" Id="Ra0917bc9604c4d2b" /><Relationship Type="http://schemas.openxmlformats.org/officeDocument/2006/relationships/notesMaster" Target="/ppt/notesMasters/notesMaster1.xml" Id="Re6d69d5d55ae4e6e" /><Relationship Type="http://schemas.openxmlformats.org/officeDocument/2006/relationships/presProps" Target="/ppt/presProps.xml" Id="R9c06aba9fb4b4f19" /><Relationship Type="http://schemas.openxmlformats.org/officeDocument/2006/relationships/viewProps" Target="/ppt/viewProps.xml" Id="R45000e18aa4f4c04" /><Relationship Type="http://schemas.openxmlformats.org/officeDocument/2006/relationships/tableStyles" Target="/ppt/tableStyles.xml" Id="Red844b448b6847d0" /><Relationship Type="http://schemas.openxmlformats.org/officeDocument/2006/relationships/slide" Target="/ppt/slides/slide1.xml" Id="R58181830046a4f53" /><Relationship Type="http://schemas.openxmlformats.org/officeDocument/2006/relationships/slide" Target="/ppt/slides/slide2.xml" Id="Rad10d1045b1e42f2" /><Relationship Type="http://schemas.openxmlformats.org/officeDocument/2006/relationships/slide" Target="/ppt/slides/slide3.xml" Id="R888bb881521e45d9" /><Relationship Type="http://schemas.openxmlformats.org/officeDocument/2006/relationships/slide" Target="/ppt/slides/slide4.xml" Id="R10d0ec79cbf54097" /><Relationship Type="http://schemas.openxmlformats.org/officeDocument/2006/relationships/slide" Target="/ppt/slides/slide5.xml" Id="R369ed93684d942c3" /><Relationship Type="http://schemas.openxmlformats.org/officeDocument/2006/relationships/slide" Target="/ppt/slides/slide6.xml" Id="R1d6074812af04492" /><Relationship Type="http://schemas.openxmlformats.org/officeDocument/2006/relationships/slide" Target="/ppt/slides/slide7.xml" Id="R8c6b9b3789de40a8" /><Relationship Type="http://schemas.openxmlformats.org/officeDocument/2006/relationships/slide" Target="/ppt/slides/slide8.xml" Id="Rfca854a53d32461d" /><Relationship Type="http://schemas.openxmlformats.org/officeDocument/2006/relationships/slide" Target="/ppt/slides/slide9.xml" Id="R1cd0658f6a5d4779" /><Relationship Type="http://schemas.openxmlformats.org/officeDocument/2006/relationships/slide" Target="/ppt/slides/slide10.xml" Id="Rb8d1ad905f9b4064" /><Relationship Type="http://schemas.openxmlformats.org/officeDocument/2006/relationships/slide" Target="/ppt/slides/slide11.xml" Id="R6383453693e04729" /><Relationship Type="http://schemas.openxmlformats.org/officeDocument/2006/relationships/slide" Target="/ppt/slides/slide12.xml" Id="Rb51341f319f3469d" /><Relationship Type="http://schemas.openxmlformats.org/officeDocument/2006/relationships/slide" Target="/ppt/slides/slide13.xml" Id="R23d7c95949e048b3" /><Relationship Type="http://schemas.openxmlformats.org/officeDocument/2006/relationships/slide" Target="/ppt/slides/slide14.xml" Id="R778310a306374e9e" /><Relationship Type="http://schemas.openxmlformats.org/officeDocument/2006/relationships/slide" Target="/ppt/slides/slide15.xml" Id="R6435e501236e4846" /><Relationship Type="http://schemas.openxmlformats.org/officeDocument/2006/relationships/slide" Target="/ppt/slides/slide16.xml" Id="R052fd1eda26c4ae7" /><Relationship Type="http://schemas.openxmlformats.org/officeDocument/2006/relationships/slide" Target="/ppt/slides/slide17.xml" Id="R92c27f2f28c044f9" /><Relationship Type="http://schemas.openxmlformats.org/officeDocument/2006/relationships/slide" Target="/ppt/slides/slide18.xml" Id="R89c90fbcf2d04d19" /><Relationship Type="http://schemas.openxmlformats.org/officeDocument/2006/relationships/slide" Target="/ppt/slides/slide19.xml" Id="R299ec0ae0b3a43a7" /><Relationship Type="http://schemas.openxmlformats.org/officeDocument/2006/relationships/slide" Target="/ppt/slides/slide20.xml" Id="R53b0bb91eac74684" /><Relationship Type="http://schemas.openxmlformats.org/officeDocument/2006/relationships/slide" Target="/ppt/slides/slide21.xml" Id="R3e7e4feabf654d01" /><Relationship Type="http://schemas.openxmlformats.org/officeDocument/2006/relationships/slide" Target="/ppt/slides/slide22.xml" Id="R12c386546efc4b9d" /><Relationship Type="http://schemas.openxmlformats.org/officeDocument/2006/relationships/slide" Target="/ppt/slides/slide23.xml" Id="Rd134f880b1b64efe" /><Relationship Type="http://schemas.openxmlformats.org/officeDocument/2006/relationships/slide" Target="/ppt/slides/slide24.xml" Id="Re9300dd8de1a48a2" /><Relationship Type="http://schemas.openxmlformats.org/officeDocument/2006/relationships/slide" Target="/ppt/slides/slide25.xml" Id="R6c696c3175b242eb" /><Relationship Type="http://schemas.openxmlformats.org/officeDocument/2006/relationships/slide" Target="/ppt/slides/slide26.xml" Id="Rf4ac35492f2c4c9c" /><Relationship Type="http://schemas.openxmlformats.org/officeDocument/2006/relationships/slide" Target="/ppt/slides/slide27.xml" Id="R07e77bba79f74013" /><Relationship Type="http://schemas.openxmlformats.org/officeDocument/2006/relationships/slide" Target="/ppt/slides/slide28.xml" Id="R813466bec024491f" /><Relationship Type="http://schemas.openxmlformats.org/officeDocument/2006/relationships/slide" Target="/ppt/slides/slide29.xml" Id="R1d50fd77dd9641e2" /><Relationship Type="http://schemas.openxmlformats.org/officeDocument/2006/relationships/slide" Target="/ppt/slides/slide30.xml" Id="R2ad802f278ef4ee8" /><Relationship Type="http://schemas.openxmlformats.org/officeDocument/2006/relationships/slide" Target="/ppt/slides/slide31.xml" Id="R52f46fb725be478d" /><Relationship Type="http://schemas.openxmlformats.org/officeDocument/2006/relationships/slide" Target="/ppt/slides/slide32.xml" Id="R5b282e2cfe454757" /><Relationship Type="http://schemas.openxmlformats.org/officeDocument/2006/relationships/slide" Target="/ppt/slides/slide33.xml" Id="R5ace42fe4e7849d4" /><Relationship Type="http://schemas.openxmlformats.org/officeDocument/2006/relationships/slide" Target="/ppt/slides/slide34.xml" Id="R3c7ac1d76551484c" /><Relationship Type="http://schemas.openxmlformats.org/officeDocument/2006/relationships/slide" Target="/ppt/slides/slide35.xml" Id="Rfa15a4463b314bd9" /><Relationship Type="http://schemas.openxmlformats.org/officeDocument/2006/relationships/slide" Target="/ppt/slides/slide36.xml" Id="R96f9e0c439354c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a0e2f94074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dfdb2d69e6431e" /><Relationship Type="http://schemas.openxmlformats.org/officeDocument/2006/relationships/notesMaster" Target="/ppt/notesMasters/notesMaster1.xml" Id="R9b744ddf3e8d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4aa08cd2954dc7" /><Relationship Type="http://schemas.openxmlformats.org/officeDocument/2006/relationships/notesMaster" Target="/ppt/notesMasters/notesMaster1.xml" Id="R9d31c829a32848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fa8da11ed644d6" /><Relationship Type="http://schemas.openxmlformats.org/officeDocument/2006/relationships/notesMaster" Target="/ppt/notesMasters/notesMaster1.xml" Id="R44328f80b76446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b55e27a62748f1" /><Relationship Type="http://schemas.openxmlformats.org/officeDocument/2006/relationships/notesMaster" Target="/ppt/notesMasters/notesMaster1.xml" Id="R37b6361143334d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4d27e5fb140b8" /><Relationship Type="http://schemas.openxmlformats.org/officeDocument/2006/relationships/notesMaster" Target="/ppt/notesMasters/notesMaster1.xml" Id="Ra408197276e643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e5e2197f47474b" /><Relationship Type="http://schemas.openxmlformats.org/officeDocument/2006/relationships/notesMaster" Target="/ppt/notesMasters/notesMaster1.xml" Id="Ra3b5755fb6fd4f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9c6b823bac4632" /><Relationship Type="http://schemas.openxmlformats.org/officeDocument/2006/relationships/notesMaster" Target="/ppt/notesMasters/notesMaster1.xml" Id="R9a70528213b546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1722ea3b9545e3" /><Relationship Type="http://schemas.openxmlformats.org/officeDocument/2006/relationships/notesMaster" Target="/ppt/notesMasters/notesMaster1.xml" Id="R4f7e1422a42048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92c889035d4cee" /><Relationship Type="http://schemas.openxmlformats.org/officeDocument/2006/relationships/notesMaster" Target="/ppt/notesMasters/notesMaster1.xml" Id="R48dab437ebb149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d2ea92f8b4599" /><Relationship Type="http://schemas.openxmlformats.org/officeDocument/2006/relationships/notesMaster" Target="/ppt/notesMasters/notesMaster1.xml" Id="Re8569c3070b14a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b7cf4de5274cde" /><Relationship Type="http://schemas.openxmlformats.org/officeDocument/2006/relationships/notesMaster" Target="/ppt/notesMasters/notesMaster1.xml" Id="R856c08e5180042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efbe9765ba453a" /><Relationship Type="http://schemas.openxmlformats.org/officeDocument/2006/relationships/notesMaster" Target="/ppt/notesMasters/notesMaster1.xml" Id="R6dabe7c84cb043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751df07c0d4b97" /><Relationship Type="http://schemas.openxmlformats.org/officeDocument/2006/relationships/notesMaster" Target="/ppt/notesMasters/notesMaster1.xml" Id="Re9d28c65d5984e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ce8da0e0aa4899" /><Relationship Type="http://schemas.openxmlformats.org/officeDocument/2006/relationships/notesMaster" Target="/ppt/notesMasters/notesMaster1.xml" Id="R96d44aa5c9ef4b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9c1c3773a44561" /><Relationship Type="http://schemas.openxmlformats.org/officeDocument/2006/relationships/notesMaster" Target="/ppt/notesMasters/notesMaster1.xml" Id="R5a0d69bc793245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2ce1baf726486c" /><Relationship Type="http://schemas.openxmlformats.org/officeDocument/2006/relationships/notesMaster" Target="/ppt/notesMasters/notesMaster1.xml" Id="Rd0290f253cd54f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6920be5b434324" /><Relationship Type="http://schemas.openxmlformats.org/officeDocument/2006/relationships/notesMaster" Target="/ppt/notesMasters/notesMaster1.xml" Id="Ra301fac69f4141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2c35ec105a41f0" /><Relationship Type="http://schemas.openxmlformats.org/officeDocument/2006/relationships/notesMaster" Target="/ppt/notesMasters/notesMaster1.xml" Id="R5cd5a009500c4a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8cd24b22a54407" /><Relationship Type="http://schemas.openxmlformats.org/officeDocument/2006/relationships/notesMaster" Target="/ppt/notesMasters/notesMaster1.xml" Id="R53a472e44d8e46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ce0f5eae7e4e6b" /><Relationship Type="http://schemas.openxmlformats.org/officeDocument/2006/relationships/notesMaster" Target="/ppt/notesMasters/notesMaster1.xml" Id="R8f3d983d772945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82535672864bbe" /><Relationship Type="http://schemas.openxmlformats.org/officeDocument/2006/relationships/notesMaster" Target="/ppt/notesMasters/notesMaster1.xml" Id="R17d05857a92142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21e2c96857428b" /><Relationship Type="http://schemas.openxmlformats.org/officeDocument/2006/relationships/notesMaster" Target="/ppt/notesMasters/notesMaster1.xml" Id="Rf6eb80fc98be4f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1c1d292e034661" /><Relationship Type="http://schemas.openxmlformats.org/officeDocument/2006/relationships/notesMaster" Target="/ppt/notesMasters/notesMaster1.xml" Id="R3f530a775d7645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59df1be02c4d28" /><Relationship Type="http://schemas.openxmlformats.org/officeDocument/2006/relationships/notesMaster" Target="/ppt/notesMasters/notesMaster1.xml" Id="Ra87646cf95734da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fd1ebf40cd4eca" /><Relationship Type="http://schemas.openxmlformats.org/officeDocument/2006/relationships/notesMaster" Target="/ppt/notesMasters/notesMaster1.xml" Id="R4c25ae43e4984b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63226144d21452c" /><Relationship Type="http://schemas.openxmlformats.org/officeDocument/2006/relationships/notesMaster" Target="/ppt/notesMasters/notesMaster1.xml" Id="R1f3f588564f74bd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a6b8b6ac1b340d6" /><Relationship Type="http://schemas.openxmlformats.org/officeDocument/2006/relationships/notesMaster" Target="/ppt/notesMasters/notesMaster1.xml" Id="R487046f0afb741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ba0e921ab04699" /><Relationship Type="http://schemas.openxmlformats.org/officeDocument/2006/relationships/notesMaster" Target="/ppt/notesMasters/notesMaster1.xml" Id="R3c2ea85e92b34fc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ed8f64c7814af1" /><Relationship Type="http://schemas.openxmlformats.org/officeDocument/2006/relationships/notesMaster" Target="/ppt/notesMasters/notesMaster1.xml" Id="R72dba10c314341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fe9b93176ae4cda" /><Relationship Type="http://schemas.openxmlformats.org/officeDocument/2006/relationships/notesMaster" Target="/ppt/notesMasters/notesMaster1.xml" Id="Rae900ee71017439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24d96c44a95489d" /><Relationship Type="http://schemas.openxmlformats.org/officeDocument/2006/relationships/notesMaster" Target="/ppt/notesMasters/notesMaster1.xml" Id="R0d17929f4a104c2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ed5184c5d4f40e1" /><Relationship Type="http://schemas.openxmlformats.org/officeDocument/2006/relationships/notesMaster" Target="/ppt/notesMasters/notesMaster1.xml" Id="R75f85e03c095414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1dcc27d64504feb" /><Relationship Type="http://schemas.openxmlformats.org/officeDocument/2006/relationships/notesMaster" Target="/ppt/notesMasters/notesMaster1.xml" Id="R60cbb58972d346b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0ea72ebf93a48be" /><Relationship Type="http://schemas.openxmlformats.org/officeDocument/2006/relationships/notesMaster" Target="/ppt/notesMasters/notesMaster1.xml" Id="R5ae0be98a79c43c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3adefa79004171" /><Relationship Type="http://schemas.openxmlformats.org/officeDocument/2006/relationships/notesMaster" Target="/ppt/notesMasters/notesMaster1.xml" Id="R44e0a17d4c0d4b9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1e9115caa74a51" /><Relationship Type="http://schemas.openxmlformats.org/officeDocument/2006/relationships/notesMaster" Target="/ppt/notesMasters/notesMaster1.xml" Id="Rf08ac45e5442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同名の機能でも保存場所、権限、呼び出し方法は製品ごとに異なる。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https://learn.chatgpt.com/docs/agent-configuration/agents-md</a:t>
            </a:r>
          </a:p>
          <a:p xmlns:a="http://schemas.openxmlformats.org/drawingml/2006/main">
            <a:r>
              <a:t>- https://code.claude.com/docs/en/memory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https://antigravity.google/docs/rules-workflows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Steeringという一般動詞とKiroの正式機能名を分ける。Antigravityで方向修正を説明するときはfeedbackまたはRulesを使う。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https://kiro.dev/docs/steering/</a:t>
            </a:r>
          </a:p>
          <a:p xmlns:a="http://schemas.openxmlformats.org/drawingml/2006/main">
            <a:r>
              <a:t>- https://kiro.dev/docs/powers/</a:t>
            </a:r>
          </a:p>
          <a:p xmlns:a="http://schemas.openxmlformats.org/drawingml/2006/main">
            <a:r>
              <a:t>- https://antigravity.google/docs/rules-workflows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本編はWeb制作です。20分までにREDからGREENを見せ、Figma MCPは20分からの5分だけ扱います。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このスライドの濃紺枠を全文コピーし、Antigravityへ貼り付ける。質問は最大2問。ここでは実装しない。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docs/demo/antigravity_workshop/PROMPT_00_GRILL_ME.txt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Skillは名前と説明から発見され、必要時にSKILL.mdを読み、必要な資料やスクリプトだけを使う。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https://learn.chatgpt.com/docs/build-skills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このスライドの濃紺枠を全文コピーし、Antigravityへ貼り付ける。まだインストールしない。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docs/demo/antigravity_workshop/PROMPT_01_FIND_SKILLS.txt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インストール数は変動するため検索時点の参考値。候補の比較軸を見せることが目的。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https://skills.sh/anthropics/skills/frontend-design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このスライドの濃紺枠を全文コピーし、Antigravityへ貼り付ける。remote / branch / status / existing Skillを先に確認する。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docs/demo/antigravity_workshop/PROMPT_02_INSTALL_SKILL.txt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frontend-designはproduction-gradeで独自性のあるUI判断を促すが、事実・権限・公開判断の責任は持たせない。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https://github.com/anthropics/skills/tree/main/skills/frontend-design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このスライドの濃紺枠を全文コピーし、Antigravityへ貼り付ける。サイトファイルは変更せず、TEST_SPEC.mdと契約テストだけを作る。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docs/demo/antigravity_workshop/PROMPT_03_TEST_SPEC.txt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REDをエラーとして隠さず、期待結果を実装より先に固定した証拠として見せる。Prompt 3Bではテストを変えず基本5件だけを満たし、Prompt 4で残りをGREENにする。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- local: docs/demo/antigravity_workshop/output/TEST_SPEC.md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このスライドの濃紺枠を全文コピーし、Antigravityへ貼り付ける。T01-T05 PASS、T06-T08 FAILを確認して次へ進む。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docs/demo/antigravity_workshop/PROMPT_03_BUILD.txt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このスライドの濃紺枠を全文コピーし、Antigravityへ貼り付ける。テストは変更せず、自動8件と2 viewportを検証する。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docs/demo/antigravity_workshop/PROMPT_04_APPLY_SKILL.txt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作成前に接続先を読み取り確認します。違うteamやprojectならSTOPです。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このスライドの濃紺枠を全文コピーし、Antigravityへ貼り付ける。正確な『公開して』までgit add / commit / pushを禁止する。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docs/demo/antigravity_workshop/PROMPT_06_PUBLISH.txt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公開前に自動8件がGREENであることを確認し、公開URLでタイトル、件数、2製品比較まで動かして証拠にする。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https://docs.github.com/en/pages/getting-started-with-github-pages/configuring-a-publishing-source-for-your-github-pages-site</a:t>
            </a:r>
          </a:p>
          <a:p xmlns:a="http://schemas.openxmlformats.org/drawingml/2006/main">
            <a:r>
              <a:t>- https://docs.github.com/en/pages/getting-started-with-github-pages/securing-your-github-pages-site-with-https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初回公開05cfa7cから最終改善347ce89までの実リハーサル結果。時間はgit commit時刻21:16:29から22:34:44の差。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https://kanta13jp1.github.io/mighty-link-antigravity-live-demo/</a:t>
            </a:r>
          </a:p>
          <a:p xmlns:a="http://schemas.openxmlformats.org/drawingml/2006/main">
            <a:r>
              <a:t>- https://github.com/kanta13jp1/mighty-link-antigravity-live-demo/commits/main/</a:t>
            </a:r>
          </a:p>
          <a:p xmlns:a="http://schemas.openxmlformats.org/drawingml/2006/main">
            <a:r>
              <a:t>- local: .codex/tmp/ai-agent-demo-deck-20260809/rehearsal-site/qa.json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MIXIのDay1は、到達目標と共通言語を先に示し、説明の直後にhands-onを置き、観察点を回収して運用へ接続する。本デモでは期待結果を先にテストへ固定し、REDからGREENへ変わる証拠を各実演で回収する。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https://www.youtube.com/watch?v=da7hWlccpxw</a:t>
            </a:r>
          </a:p>
          <a:p xmlns:a="http://schemas.openxmlformats.org/drawingml/2006/main">
            <a:r>
              <a:t>- https://speakerdeck.com/mixi_engineers/2026_new_grad_training_ai_day1</a:t>
            </a:r>
          </a:p>
          <a:p xmlns:a="http://schemas.openxmlformats.org/drawingml/2006/main">
            <a:r>
              <a:t>- https://mixi.co.jp/news/2026/0727/55293/</a:t>
            </a:r>
          </a:p>
          <a:p xmlns:a="http://schemas.openxmlformats.org/drawingml/2006/main">
            <a:r>
              <a:t>- https://zenn.dev/mixi/articles/fd62f8ddc178f6</a:t>
            </a:r>
          </a:p>
          <a:p xmlns:a="http://schemas.openxmlformats.org/drawingml/2006/main">
            <a:r>
              <a:t>- https://docs.python.org/3/library/unittest.html</a:t>
            </a:r>
          </a:p>
          <a:p xmlns:a="http://schemas.openxmlformats.org/drawingml/2006/main">
            <a:r>
              <a:t>- https://playwright.dev/docs/test-assertions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この全文をAntigravity 2.0へ貼り、指定projectに3枚だけ作成させます。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書き出しはFigma画面で人が実行します。Structureはeditable PPTX equivalentを選びます。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このスライドの濃紺枠を全文コピーし、Antigravityへ貼り付ける。本編では実行しない。title / author_name / author_urlを確認できなければ停止する。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docs/demo/antigravity_workshop/PROMPT_07_OFFICIAL_VIDEO.txt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https://www.youtube.com/watch?v=SVCBA-pBgt0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このスライドの濃紺枠を全文コピーし、Antigravityへ貼り付ける。画像生成Toolが使えなければ既存画像を維持し、SKIPPEDとする。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docs/demo/antigravity_workshop/PROMPT_08_NANO_BANANA.txt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https://antigravity.google/docs/models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このスライドの濃紺枠を全文コピーし、Antigravityへ貼り付ける。サイト内の模擬pin UIではなく、AntigravityのScreenshot Artifactへ貼り付ける。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docs/demo/antigravity_workshop/PROMPT_09_VISUAL_FEEDBACK_COMMENT.txt</a:t>
            </a:r>
          </a:p>
          <a:p xmlns:a="http://schemas.openxmlformats.org/drawingml/2006/main">
            <a:r>
              <a:t>- https://antigravity.google/docs/skills</a:t>
            </a:r>
          </a:p>
          <a:p xmlns:a="http://schemas.openxmlformats.org/drawingml/2006/main">
            <a:r>
              <a:t>- https://antigravity.google/docs/screenshots</a:t>
            </a:r>
          </a:p>
          <a:p xmlns:a="http://schemas.openxmlformats.org/drawingml/2006/main">
            <a:r>
              <a:t>
- Design template: Conference Talk, Figma, CC BY 4.0, https://www.figma.com/community/file/1383222828783650715/conference-talk, accessed 2026-08-16
- Figma Slides working file: https://www.figma.com/slides/3bBpbKzDQnJKt1REeDZosR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Web制作を主役にし、Skill、MCP、人の責任を証拠でつなぎます。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Design template: Conference Talk, Figma, CC BY 4.0, https://www.figma.com/community/file/1383222828783650715/conference-talk, accessed 2026-08-16</a:t>
            </a:r>
          </a:p>
          <a:p xmlns:a="http://schemas.openxmlformats.org/drawingml/2006/main">
            <a:r>
              <a:t>- Antigravity overview: https://www.antigravity.google/docs/overview</a:t>
            </a:r>
          </a:p>
          <a:p xmlns:a="http://schemas.openxmlformats.org/drawingml/2006/main">
            <a:r>
              <a:t>- Antigravity MCP: https://antigravity.google/docs/mcp</a:t>
            </a:r>
          </a:p>
          <a:p xmlns:a="http://schemas.openxmlformats.org/drawingml/2006/main">
            <a:r>
              <a:t>- Figma MCP guide: https://help.figma.com/hc/en-us/articles/32132100833559-Guide-to-the-Figma-MCP-server</a:t>
            </a:r>
          </a:p>
          <a:p xmlns:a="http://schemas.openxmlformats.org/drawingml/2006/main">
            <a:r>
              <a:t>- Figma Slides export: https://help.figma.com/hc/en-us/articles/24848334599447-Export-from-Figma-Slides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a39ec97aa4e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13406c8e24d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b0ada1cdb43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fdcff749d4c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2143a5bd244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7c1d4f49f423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b6cef948bd4b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fc947126a45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797f9746648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5b86402eb41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f92bbe6a94a4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F2005F-010D-4879-B4A5-2F0B4A35DF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43F7C2-4BC4-4DBA-B92A-FB2D13D244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581E8D-E9A6-4A51-ADCF-DF6DFF62E0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871991-FE0F-4ABE-84C8-8911307FAD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0965A2-6D0F-4FAF-8919-75625CFA2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F782CA-06EF-4CAD-909B-8401A5FFB5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C62E98B-7F02-40BD-99BA-39B3D8CC51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C0CD4E-AC4D-4C04-B20B-AD95B8867C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D7E4C9-C46C-4394-8E02-F0D72F3A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6E0D42-C926-4A0E-B4F7-999B8A3643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3E78E3-652E-4C8C-A507-07CA44CC76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173EAC-50B5-46EB-960E-F2010C5D8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CE1AFB-BAB3-4D6A-B547-7C77C0467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A8E308-276F-458B-870A-C31A511F5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DE78DC-79CD-4E91-A67D-BE6EF04D83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946986-8BF6-4B0E-A71C-78AF370D39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419A9A-A270-4616-AF9B-0CFB74E8683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EA15DB-4793-4205-91A7-DF75AABC2A6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B073DE-C6F9-4B02-9A65-8C8FC5E2E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BE8C75-E191-49E7-9687-890EDB25E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77CCF35-17C3-4454-B5EA-0FA9C230E7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44304F-D9C3-481C-9D67-86194F813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BEA75B-9BDA-46B5-9614-839EA8DF03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6AD4F4D-55E7-4A3C-8D01-9C892F26C9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7C7741-BA5B-4BF1-BAAF-99DFADE5F1A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8DB9F93-81C9-4B4E-A498-6611C7B37F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FAE4694-44A9-4DA2-8AD8-15AC6CE13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73A481-9A72-4F09-AB44-4D87B17236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AF4FE67-EA9F-4B70-A2F8-9E4F6CEEAC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B7798-3BDD-4A69-9A32-460B68C606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A5A5020-D3DA-41C3-ACDB-3094F9888E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E9FB9D4-695C-4325-B531-A5B031502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A37A3D-DCF0-400E-9CE9-6BAF3FDBDA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C0E483-8CD9-4CCE-A073-4A9962126F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5242A54-C18D-40BC-B529-3698392EAC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2183B91-11D1-4C8F-9505-96CE6A3B4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D49209-3F08-46EB-87F5-C80A503C0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49364E4-58F2-4F1D-90E2-439B64F612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D6ADE0-65C3-4D7D-B8B2-8283E82BD3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529E67D-E0F9-4532-A321-E7FA2F6CF7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3ABC3D7-3C7C-4FC2-B322-FCAE24E681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81958D-8336-48FC-AE8D-6BFBA5CE4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4CBA31-A261-46D3-8835-90E5E781C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3093C3F-8F84-45AF-8FCE-42D5CE1037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C1B413-F42A-457B-BF70-9CF33C34BB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A4E11C9-602C-4F1D-AD1B-6000B0C9F6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80E42CE-8D03-4612-8824-C718F54AF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5C55257-8FBE-46A0-B283-1E231A85CB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E46B00-003E-4C93-8834-B7C192BFF7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027A45-44B5-49C6-AAED-2AD4835F3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5FA00D-AF57-4E30-A01B-4BB6D35A3D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D1F3F-9F5C-4E26-83A5-2DC1231588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B604C7-AEB2-4B33-ABA1-AA8C924F4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DEE97CB-4B36-4674-BF60-47956ADBE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47F25F-95C5-48D2-80FF-66956370A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63C951-9C61-4725-B26A-0E352D2D5F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1AE6A7-B888-4634-82B6-AF0855F6F1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8618E-65C1-4959-98B1-BB7A6FDD59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66983609a4154" /><Relationship Type="http://schemas.openxmlformats.org/officeDocument/2006/relationships/slideLayout" Target="/ppt/slideLayouts/slideLayout1.xml" Id="Rc816a48306ec4537" /><Relationship Type="http://schemas.openxmlformats.org/officeDocument/2006/relationships/slideLayout" Target="/ppt/slideLayouts/slideLayout2.xml" Id="R2f14409816114386" /><Relationship Type="http://schemas.openxmlformats.org/officeDocument/2006/relationships/slideLayout" Target="/ppt/slideLayouts/slideLayout3.xml" Id="R43a0be61285b40ea" /><Relationship Type="http://schemas.openxmlformats.org/officeDocument/2006/relationships/slideLayout" Target="/ppt/slideLayouts/slideLayout4.xml" Id="Rb9f59d98e2e94787" /><Relationship Type="http://schemas.openxmlformats.org/officeDocument/2006/relationships/slideLayout" Target="/ppt/slideLayouts/slideLayout5.xml" Id="R76d98295b3f44c36" /><Relationship Type="http://schemas.openxmlformats.org/officeDocument/2006/relationships/slideLayout" Target="/ppt/slideLayouts/slideLayout6.xml" Id="Rc2c022b1e19e4b07" /><Relationship Type="http://schemas.openxmlformats.org/officeDocument/2006/relationships/slideLayout" Target="/ppt/slideLayouts/slideLayout7.xml" Id="R80f0e11025224f73" /><Relationship Type="http://schemas.openxmlformats.org/officeDocument/2006/relationships/slideLayout" Target="/ppt/slideLayouts/slideLayout8.xml" Id="Rbfffb33b6ff748ce" /><Relationship Type="http://schemas.openxmlformats.org/officeDocument/2006/relationships/slideLayout" Target="/ppt/slideLayouts/slideLayout9.xml" Id="Rb72c55b0fa47456b" /><Relationship Type="http://schemas.openxmlformats.org/officeDocument/2006/relationships/slideLayout" Target="/ppt/slideLayouts/slideLayout10.xml" Id="Rf4cf3e3ef5454ea6" /><Relationship Type="http://schemas.openxmlformats.org/officeDocument/2006/relationships/slideLayout" Target="/ppt/slideLayouts/slideLayout11.xml" Id="R8807b54f6b0f4f0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A2A5C51-A346-4EA8-AF14-DAB2FC572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C0995A-002C-4095-ADCD-05161173E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102396-6D45-4188-8E9C-92B2EFE6FA4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169B75E-F3F2-45FE-9624-6DE8143DFB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4A33AB-596F-4E82-BE63-F4D9C240D6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16a48306ec4537"/>
    <p:sldLayoutId xmlns:r="http://schemas.openxmlformats.org/officeDocument/2006/relationships" id="2147483650" r:id="R2f14409816114386"/>
    <p:sldLayoutId xmlns:r="http://schemas.openxmlformats.org/officeDocument/2006/relationships" id="2147483651" r:id="R43a0be61285b40ea"/>
    <p:sldLayoutId xmlns:r="http://schemas.openxmlformats.org/officeDocument/2006/relationships" id="2147483652" r:id="Rb9f59d98e2e94787"/>
    <p:sldLayoutId xmlns:r="http://schemas.openxmlformats.org/officeDocument/2006/relationships" id="2147483653" r:id="R76d98295b3f44c36"/>
    <p:sldLayoutId xmlns:r="http://schemas.openxmlformats.org/officeDocument/2006/relationships" id="2147483654" r:id="Rc2c022b1e19e4b07"/>
    <p:sldLayoutId xmlns:r="http://schemas.openxmlformats.org/officeDocument/2006/relationships" id="2147483655" r:id="R80f0e11025224f73"/>
    <p:sldLayoutId xmlns:r="http://schemas.openxmlformats.org/officeDocument/2006/relationships" id="2147483656" r:id="Rbfffb33b6ff748ce"/>
    <p:sldLayoutId xmlns:r="http://schemas.openxmlformats.org/officeDocument/2006/relationships" id="2147483657" r:id="Rb72c55b0fa47456b"/>
    <p:sldLayoutId xmlns:r="http://schemas.openxmlformats.org/officeDocument/2006/relationships" id="2147483658" r:id="Rf4cf3e3ef5454ea6"/>
    <p:sldLayoutId xmlns:r="http://schemas.openxmlformats.org/officeDocument/2006/relationships" id="2147483659" r:id="R8807b54f6b0f4f0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9161895a914f64" /><Relationship Type="http://schemas.openxmlformats.org/officeDocument/2006/relationships/image" Target="/ppt/media/image.png" Id="R34468c67bb6e49d3" /><Relationship Type="http://schemas.openxmlformats.org/officeDocument/2006/relationships/image" Target="/ppt/media/image2.png" Id="R7ab6f413d68e4957" /><Relationship Type="http://schemas.openxmlformats.org/officeDocument/2006/relationships/notesSlide" Target="/ppt/notesSlides/notesSlide1.xml" Id="R0a429c012c49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d9ae01f8d440a0" /><Relationship Type="http://schemas.openxmlformats.org/officeDocument/2006/relationships/notesSlide" Target="/ppt/notesSlides/notesSlide2.xml" Id="R3d27f41a5fea4b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3f1db541f64f49" /><Relationship Type="http://schemas.openxmlformats.org/officeDocument/2006/relationships/notesSlide" Target="/ppt/notesSlides/notesSlide3.xml" Id="Reaffb3c6fdac49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e16544086d41a4" /><Relationship Type="http://schemas.openxmlformats.org/officeDocument/2006/relationships/notesSlide" Target="/ppt/notesSlides/notesSlide4.xml" Id="R3f57442a11ee4c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bcdabeda114601" /><Relationship Type="http://schemas.openxmlformats.org/officeDocument/2006/relationships/notesSlide" Target="/ppt/notesSlides/notesSlide5.xml" Id="R789772262cb54d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5644c22a6b5432c" /><Relationship Type="http://schemas.openxmlformats.org/officeDocument/2006/relationships/notesSlide" Target="/ppt/notesSlides/notesSlide6.xml" Id="R4bb3ea2122d5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e3619043024dc6" /><Relationship Type="http://schemas.openxmlformats.org/officeDocument/2006/relationships/notesSlide" Target="/ppt/notesSlides/notesSlide7.xml" Id="R4cdd2cfb72614b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f44f9b70c2482f" /><Relationship Type="http://schemas.openxmlformats.org/officeDocument/2006/relationships/notesSlide" Target="/ppt/notesSlides/notesSlide8.xml" Id="Rcda645fe87314e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e05cf9ea414fc6" /><Relationship Type="http://schemas.openxmlformats.org/officeDocument/2006/relationships/image" Target="/ppt/media/image3.png" Id="R2b97eebb7d8e4a08" /><Relationship Type="http://schemas.openxmlformats.org/officeDocument/2006/relationships/notesSlide" Target="/ppt/notesSlides/notesSlide9.xml" Id="R6a0f54114a18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c809c96060473a" /><Relationship Type="http://schemas.openxmlformats.org/officeDocument/2006/relationships/notesSlide" Target="/ppt/notesSlides/notesSlide10.xml" Id="Rea5ae55b891848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38163405094598" /><Relationship Type="http://schemas.openxmlformats.org/officeDocument/2006/relationships/image" Target="/ppt/media/image3.png" Id="Rf5cb532fbd304118" /><Relationship Type="http://schemas.openxmlformats.org/officeDocument/2006/relationships/notesSlide" Target="/ppt/notesSlides/notesSlide11.xml" Id="R320108226e454a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b45d4102244374" /><Relationship Type="http://schemas.openxmlformats.org/officeDocument/2006/relationships/notesSlide" Target="/ppt/notesSlides/notesSlide12.xml" Id="R972d0b679da146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824fb3c3b0495c" /><Relationship Type="http://schemas.openxmlformats.org/officeDocument/2006/relationships/image" Target="/ppt/media/image3.png" Id="R7c1b72383e2a4c09" /><Relationship Type="http://schemas.openxmlformats.org/officeDocument/2006/relationships/notesSlide" Target="/ppt/notesSlides/notesSlide13.xml" Id="R553371ba087748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1a1eb626a143b4" /><Relationship Type="http://schemas.openxmlformats.org/officeDocument/2006/relationships/notesSlide" Target="/ppt/notesSlides/notesSlide14.xml" Id="Rafba777d99e44a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8793c388b4407f" /><Relationship Type="http://schemas.openxmlformats.org/officeDocument/2006/relationships/image" Target="/ppt/media/image3.png" Id="R607b14bcbb5b4801" /><Relationship Type="http://schemas.openxmlformats.org/officeDocument/2006/relationships/notesSlide" Target="/ppt/notesSlides/notesSlide15.xml" Id="Rd9428bf57f7643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1a0adfbe7f4d86" /><Relationship Type="http://schemas.openxmlformats.org/officeDocument/2006/relationships/notesSlide" Target="/ppt/notesSlides/notesSlide16.xml" Id="Ref92b05c867144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ea65daca5f470c" /><Relationship Type="http://schemas.openxmlformats.org/officeDocument/2006/relationships/image" Target="/ppt/media/image3.png" Id="R420e2a8f6d8d4ec2" /><Relationship Type="http://schemas.openxmlformats.org/officeDocument/2006/relationships/notesSlide" Target="/ppt/notesSlides/notesSlide17.xml" Id="R7538d24becea49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223cd6b9f84d8f" /><Relationship Type="http://schemas.openxmlformats.org/officeDocument/2006/relationships/notesSlide" Target="/ppt/notesSlides/notesSlide18.xml" Id="R4fcb2c3c2d544d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6fb8a5a09614921" /><Relationship Type="http://schemas.openxmlformats.org/officeDocument/2006/relationships/image" Target="/ppt/media/image3.png" Id="R465643ad38e2499b" /><Relationship Type="http://schemas.openxmlformats.org/officeDocument/2006/relationships/notesSlide" Target="/ppt/notesSlides/notesSlide19.xml" Id="R8fb8b00a8fd141c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c0dbb1ed46469d" /><Relationship Type="http://schemas.openxmlformats.org/officeDocument/2006/relationships/notesSlide" Target="/ppt/notesSlides/notesSlide20.xml" Id="R8d76c92b4bfa45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4199419f6c4839" /><Relationship Type="http://schemas.openxmlformats.org/officeDocument/2006/relationships/image" Target="/ppt/media/image3.png" Id="Re3260981530a4fd1" /><Relationship Type="http://schemas.openxmlformats.org/officeDocument/2006/relationships/notesSlide" Target="/ppt/notesSlides/notesSlide21.xml" Id="R556809fad36a44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e0e3940b75417d" /><Relationship Type="http://schemas.openxmlformats.org/officeDocument/2006/relationships/notesSlide" Target="/ppt/notesSlides/notesSlide22.xml" Id="R5873d5c2f2d441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37944efe5d459a" /><Relationship Type="http://schemas.openxmlformats.org/officeDocument/2006/relationships/image" Target="/ppt/media/image4.png" Id="R471d0e1a121b463a" /><Relationship Type="http://schemas.openxmlformats.org/officeDocument/2006/relationships/notesSlide" Target="/ppt/notesSlides/notesSlide23.xml" Id="R2a87435ceb0a4b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1a940b40334f03" /><Relationship Type="http://schemas.openxmlformats.org/officeDocument/2006/relationships/notesSlide" Target="/ppt/notesSlides/notesSlide24.xml" Id="R9a5e92521245453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3e1daa5fb4f4181" /><Relationship Type="http://schemas.openxmlformats.org/officeDocument/2006/relationships/notesSlide" Target="/ppt/notesSlides/notesSlide25.xml" Id="Reb54f2409fd84b0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3d48e6023a14d3c" /><Relationship Type="http://schemas.openxmlformats.org/officeDocument/2006/relationships/image" Target="/ppt/media/image5.png" Id="Rf690a28f280043c7" /><Relationship Type="http://schemas.openxmlformats.org/officeDocument/2006/relationships/notesSlide" Target="/ppt/notesSlides/notesSlide26.xml" Id="R5c81595b5cc94cd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4d8c4fb81f4c69" /><Relationship Type="http://schemas.openxmlformats.org/officeDocument/2006/relationships/image" Target="/ppt/media/image3.png" Id="R05a7ea1fc5cb4771" /><Relationship Type="http://schemas.openxmlformats.org/officeDocument/2006/relationships/notesSlide" Target="/ppt/notesSlides/notesSlide27.xml" Id="R7a8adb5858c34e7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929a6d3ba246c9" /><Relationship Type="http://schemas.openxmlformats.org/officeDocument/2006/relationships/notesSlide" Target="/ppt/notesSlides/notesSlide28.xml" Id="R46931e7f630b4c1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e2be8854db4bf6" /><Relationship Type="http://schemas.openxmlformats.org/officeDocument/2006/relationships/image" Target="/ppt/media/image3.png" Id="R5bdb78a1cf30465a" /><Relationship Type="http://schemas.openxmlformats.org/officeDocument/2006/relationships/notesSlide" Target="/ppt/notesSlides/notesSlide29.xml" Id="Rf4313ca1b3374f7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c2ce3b7cc3443a" /><Relationship Type="http://schemas.openxmlformats.org/officeDocument/2006/relationships/notesSlide" Target="/ppt/notesSlides/notesSlide30.xml" Id="R719a576262cb46b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a3b8ed40ac469f" /><Relationship Type="http://schemas.openxmlformats.org/officeDocument/2006/relationships/image" Target="/ppt/media/image3.png" Id="R072573de0ad8406c" /><Relationship Type="http://schemas.openxmlformats.org/officeDocument/2006/relationships/notesSlide" Target="/ppt/notesSlides/notesSlide31.xml" Id="R66d7d86b04744c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11e6cab3e640ee" /><Relationship Type="http://schemas.openxmlformats.org/officeDocument/2006/relationships/image" Target="/ppt/media/image3.png" Id="R7e76f2dc10d144ad" /><Relationship Type="http://schemas.openxmlformats.org/officeDocument/2006/relationships/notesSlide" Target="/ppt/notesSlides/notesSlide32.xml" Id="R46b40bd899e5488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d8e8e328634afc" /><Relationship Type="http://schemas.openxmlformats.org/officeDocument/2006/relationships/image" Target="/ppt/media/image3.png" Id="Ra4b3b0b522d9420e" /><Relationship Type="http://schemas.openxmlformats.org/officeDocument/2006/relationships/notesSlide" Target="/ppt/notesSlides/notesSlide33.xml" Id="R2719bdafb24f425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826218b10043a7" /><Relationship Type="http://schemas.openxmlformats.org/officeDocument/2006/relationships/notesSlide" Target="/ppt/notesSlides/notesSlide34.xml" Id="R1c5c959e418043f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87a00f5ffe64d8e" /><Relationship Type="http://schemas.openxmlformats.org/officeDocument/2006/relationships/notesSlide" Target="/ppt/notesSlides/notesSlide35.xml" Id="R7baa4b45e20147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f9b8ea822144ac" /><Relationship Type="http://schemas.openxmlformats.org/officeDocument/2006/relationships/notesSlide" Target="/ppt/notesSlides/notesSlide36.xml" Id="Rb3d8adf29aa545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451BB22-5A9D-498B-B4A7-832312C6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450AFC5-3358-459D-BAE9-3CD63253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B33D43-0D18-404E-A4B5-426E0E3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C9D38E9-F2F1-4C60-B862-159212F7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ANTIGRAVITY 2.0 LIVE DEMO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DBFE0E-4D5A-40D9-86E0-B5A15118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715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AIエージェントでWeb制作を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3000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30分で体験する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0349D2D-B546-4350-A909-C9C9385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テスト仕様 → Web実装 → Figma MCP → PowerPoint → 公開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D8F1CF6-78B1-4776-843B-6F1DEA0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4A5F68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成果物: AI Agent Learning Hub + 3枚の編集可能PPTX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EFCE2C-0A87-417F-8CF7-76A7F46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4000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14288">
            <a:solidFill>
              <a:srgbClr val="00A5E3"/>
            </a:solidFill>
            <a:prstDash val="solid"/>
          </a:ln>
        </p:spPr>
        <p:txBody>
          <a:bodyPr xmlns:a="http://schemas.openxmlformats.org/drawingml/2006/main" wrap="square" lIns="171450" tIns="95250" rIns="171450" bIns="95250" anchor="ctr">
            <a:normAutofit fontScale="794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30分デモ  |  Antigravity 2.0 + Figma MCP  |  30分 Q&amp;A・予備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1CE107E-C71F-4DFD-AE39-41627BF7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2026.08.26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904AEAD-D46C-4152-AC73-6BCBC81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245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株式会社MightyLINK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06581E5-1AB2-4BBA-A1CF-E374F14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4350"/>
            <a:ext cx="5238750" cy="5829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  <p:txBody>
          <a:bodyPr xmlns:a="http://schemas.openxmlformats.org/drawingml/2006/main" wrap="square" lIns="152400" tIns="952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>
                <a:solidFill>
                  <a:srgbClr val="526571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GOOGLE ANTIGRAVITY 2.0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A9FB01C-28CD-4D29-B9D7-FDFC7F4D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pic>
        <p:nvPicPr>
          <p:cNvPr id="2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68c67bb6e49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6f413d68e4957"/>
          <a:stretch xmlns:a="http://schemas.openxmlformats.org/drawingml/2006/main"/>
        </p:blipFill>
        <p:spPr>
          <a:xfrm xmlns:a="http://schemas.openxmlformats.org/drawingml/2006/main">
            <a:off x="6400800" y="2714125"/>
            <a:ext cx="4933950" cy="14678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</p:spTree>
    <p:extLst>
      <p:ext uri="{BB962C8B-B14F-4D97-AF65-F5344CB8AC3E}">
        <p14:creationId xmlns:p14="http://schemas.microsoft.com/office/powerpoint/2010/main" val="1640357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1ACE8-6367-41DE-A1B9-03FA7CEC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LEARNING OUTCOMES  |  30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9A18-11ED-4CE4-BE81-C4D75693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30分後、Web制作を任せる流れを3つの観点で説明できます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1FFD6-829D-4582-8979-966F08B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2628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680B4-1189-4CF4-86E1-A7DD494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ACFA1-5CB7-49CF-BCD8-ECEC4C7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C68A2-A759-450C-9CB7-6075AB54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466EA-C2C3-480E-AE66-F044B35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期待結果 → Tool → テスト → 証拠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会話だけで終わらせない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0A290-6298-42C8-AB18-5FD8DF9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2628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64F11D-76E9-42E1-BE81-A3CEDE9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BCDAE-0CDB-43EB-8DA1-7CE7F914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AC6E9-8D0A-4083-BE17-3D32B09A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B66FF-F6EF-42F4-ADEE-0D6B7B3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 / MCP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仕事の型と外部接続を分ける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0089E-3B34-4201-B98F-92B0602B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2628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E22870-F152-4CC9-B5FB-24B26AE5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E3E37-B53B-4CED-AB30-03C9EDF8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7673A0-3992-4CFE-B2E3-22BCE02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8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6C1FB-9752-48BA-B764-87FDE09C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目的・権限・承認・停止条件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人が持つ責任を外さない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4B710-E261-490A-B21D-F79928D7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723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3BFA6-0D37-49C6-A1C8-B9042611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244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成果物は学習サイト。学ぶ対象は『AIエージェントとの仕事の進め方』です。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10834-A538-4398-9AFE-DC8E9EE9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ORIENTATION  |  FIVE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E7FD-0CB8-49FA-8509-98FAD1EF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同じAIエージェントでも、得意な仕事と操作面が違います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95304-FDBC-4512-B1C3-D109433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FFF8B-C4F5-44F4-A791-C6ECFFF0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24832-7CEE-4FE3-B1AE-E5CE664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0E174-DA64-4063-B4B2-7622517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D2E9-3078-49D0-8BB4-F1FF9041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開発 + 周辺業務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65D16-AE0C-44A1-8275-2ADB10A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8A7B2-04B6-4FDF-8269-5468CC2F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B6ABC-46BA-4A88-8601-1CF0D56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2F26F-360E-4B4A-A024-980A5E36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F3FD2-E6D5-4D6A-82EA-1355ABE1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D8878-115C-432F-AE6E-24093BB8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4C84D-ED24-43F5-B0D7-548499C0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ソフトウェア開発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AA475-0DC6-4D63-9B7A-B70DA77E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A10C1-1DC4-48DA-8005-C9406D4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B6319-587C-4D2B-B2DD-C3FD33DA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34537-B556-4F35-9664-28F0E14D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68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CECF1-E4C7-4C2A-9711-34825F99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2BD57F-8811-4F15-B778-64B60D23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ED14B2-3749-45E6-ACEF-1E9CE82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ナレッジワーク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1348A-CE62-499C-A6CE-DA792448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DA6EE-6054-4EDA-A759-DA66DF0B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1E4FA-2FBC-4A41-B6A6-E1DC2B04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3CABED-34D4-4F5D-8435-22ABD07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2245AC-9ED2-4ACB-8D3A-976ECB49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F1400-995A-4399-9D6C-034CE624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A1897F-0FEF-4074-87E3-734A4A7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仕様駆動開発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39AD0B-A1F6-434C-A773-9698BCD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FEF4E3-B6D0-44FB-974E-988BDCC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Antigravity 2.0 / CLI / SDK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146D1A-F798-48B9-875F-EBB4C589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3714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0F6259-3269-4DD5-8C19-52AACD45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1660" y="1714500"/>
            <a:ext cx="207264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8AD76-20E5-4484-A45A-8FD0CC5C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019300"/>
            <a:ext cx="172974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75064-0EC1-4282-AE4E-134DBFE0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272415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主戦場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F4AB14-9D9F-4571-B24F-965B06B9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3009900"/>
            <a:ext cx="172974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計画 + 実装 + Browser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A256EF-A090-4241-BD1B-FAD6E3CD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038600"/>
            <a:ext cx="17297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操作面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97C252-9BA3-4BE0-BC02-91394847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4324350"/>
            <a:ext cx="17297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0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SDK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6D16D-363A-4F04-B765-D671133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COMPARISON 01  | 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6B63B-698F-4BF4-9C2F-9B164118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何を頼みたいかで、最初に触る製品を選びます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F9E05-9A5A-48CB-B86D-59F7AFE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FEA33-C2A3-44C6-8E5E-002D547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39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6BC0F-C05D-4AFA-A5E8-A1462C6E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5621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95382-37EF-4AD9-8BCA-53865E0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573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向いている仕事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8CE2F-E26C-4F52-A1A1-01B4E2BF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621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2EC7B-179B-4D72-A933-116BC2C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57350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主な実行面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B643A-485E-4396-BDC2-EC888686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562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40450-8E43-49ED-8FE2-C6857D8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最初の一歩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B7A929-4C4D-4137-8651-1A45B0CA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C0819-4742-4D96-961A-84730727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FE507-FF70-4E31-A77F-977BE76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812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2A54C-0051-4223-8416-2E201ED9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955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理解・実装・修正・テスト・レビュー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2A063-06E1-43EE-92CD-5C0505D5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812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14D03-6A0D-4815-A75C-00722440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95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CLI / IDE / cloud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9E6F7-AFC4-46BC-BB61-9B80C48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83FE0-DA2B-4C2E-BE0E-DCD4CAAE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小さな不具合を調査し、修正とテストまで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68349-9D00-496A-9254-2534608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62D8CD-85F3-4B95-9511-41B7C7D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0EAE5-6565-4D07-983F-F75AB46E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A3ACC-367A-4CFB-9D9D-FEAB29A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複数ファイル開発・Git・反復自動化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37EB1-AA1C-4D6B-87A9-F58FD775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4AD13-3A9F-42DE-9169-A9C4F4C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38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terminal / IDE / desktop / web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414689-17E3-4B6C-BE83-4AF55D75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46314C-B27B-4C19-BEC3-8BF59E5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未テスト機能へテストを追加して修正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29FDE-6F9B-4894-8826-7953C13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76A88-35B5-4A35-8D8F-16AD2C3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731284-E6CD-4F8C-BE84-239720D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67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41C43D-52E2-4390-9CF4-95CD7FA3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81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調査・資料・表計算・ファイル整理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13622F-573C-4989-B42E-E505AF4D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D6A1D6-8069-4E7A-873D-0C50362A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814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desktop / web・mobile beta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219539-1FDE-4A21-9678-8E68815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FB85EE-D980-4194-8F0E-9A5D25A7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複数資料からレビュー可能な文書を作成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F2923-CA4F-48CB-ACDE-839D3AD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B9B1A-C0B9-4BBC-87EC-AF4E727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82B73-03AB-4479-BD2F-7B0A090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00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86FC07-32F7-40DD-8613-2B2EF4B5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要件・設計・タスクを伴う仕様駆動開発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2B5D78-DBB0-4388-B4DC-1422C069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00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CC4E97-39EB-4DF7-A213-E670C68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IDE / CLI / web preview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296BBC-27DE-4CA0-B399-B865532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005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995D9C-128F-4720-A646-D5F82A2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243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新機能をrequirements / design / tasksへ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635CF6-18B4-4EF0-AC0D-FE7E15FC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CEE580-2E4F-41D0-86A7-08B34EF8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76DA2B-41F4-4771-8785-F1539C8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53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E45C44-52F9-4C95-AFFA-B862620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計画・実装・Browser検証を伴うWeb開発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A1984B-B22D-47AA-BE7F-3B247E9B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530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A9841B-8910-422C-B76F-241F3CB3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6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Antigravity 2.0 / CLI / SDK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A160D5-B8C5-45F7-ABA4-869FF06C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53000"/>
            <a:ext cx="3562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3A66EC-96DB-403D-963C-344E0009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1ページサイトを作りdesktop/mobile確認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7941-EB5E-4BB4-ACA3-BA7758B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COMPARISON 02  |  CAPABILITIES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90DC6D-8DF4-478B-94A3-9939025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指示・能力・接続・証拠を、製品ごとの仕組みで組み合わせます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F31DC-68CD-4A3E-B7F6-B5C1412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6FB62-E5FD-47D8-9DD1-D355732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200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A65F6-F2C5-4C07-93AA-910335C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D02B3-5A47-45B6-B83A-DF0C95B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持続する指示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470F7-2169-4746-8786-CA9D3513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62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A9886-B0EC-41B8-9000-29114CC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5735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再利用能力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A19E6-F6E4-4E50-A92F-5B1E0E69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024246-54D5-4A4B-AD21-0FD2C8C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外部接続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C0C3C-C1D6-4280-926F-6D3B288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62100"/>
            <a:ext cx="2705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6FED8-FECE-418E-A1E5-2A33FB38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計画・証拠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B2393-FA1D-432E-B823-10E7790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216D3-45AC-41B3-BAF5-F64B84AC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C2B9C-D93D-427E-90D3-AEBB856A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CDC12-1BE4-48AC-A5E2-D9BFD2E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AGENTS.md /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B7109-518F-4542-96C7-17EDD61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B9F535-CBF5-4A2C-B510-DF43AA8D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707FC-AB9F-4B9E-9EE4-A0AAF1A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DBE630-1A07-4D7A-B942-97A8B2E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 / Connectors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EA464-8E3D-4D5A-AC6F-4EC2476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F43027-ECBC-42A3-9C76-81B48449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Plan / diff / files / 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DD86A-07FB-4DD5-A10B-8E5AE54B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9A25D-C80C-447C-B40A-CEF20908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F275D-A1DD-4947-813E-8ECD44E4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71D841-0BFB-4911-921F-CA4E0BE6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CLAUDE.md / memory /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AE0CB-4C67-4F28-AE92-FE60401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241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05253-14B9-467D-A236-C1DF225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Plugins / Hooks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C819B-63ED-4A6A-A7AC-8EFD402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F37DF6-547E-40AD-B89D-C41CBD9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E671C-1FEB-4011-AA43-FE94034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254FD0-0FBF-492E-9A7E-D1C11734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Plan review / diff / PR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A22139-714B-4B70-841C-B882CF02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8B950B-DB5D-4B02-AD0D-0EEBCFD9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Claude Cowork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F185C4-6FE7-4588-B31E-C810B78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311AA7-2E4F-4E80-A361-E2C1E1C9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Projects instructions / memory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80FC2E-B71D-4D60-82FE-690D7351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671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A689B8-006E-42A2-9673-69DFBF37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Plugins / sub-agents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447293-EA47-42E8-9536-EBFD252D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671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0B3AE2-5EB3-4F33-A740-45E87F5E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Connectors / local MCP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6541A1-6BE2-434F-8063-438895E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3B11BB-0962-4252-A813-D94EB65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814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docs / sheets / slides / artifacts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A0E863-F2C7-4E5A-96D6-CEBA8AD4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EB2385-5893-4CD7-A38C-8A952BDD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2B3E52-4373-445D-BFE4-9588ABAC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86BFF-C659-4C3D-9519-2765F09C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Steering / AGENTS.md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881652-8D98-4015-8198-6EA79FD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B320CB-0923-4863-B61A-4EF5890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243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Powers / Hooks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8E699A-A48B-4B65-BE1B-539D2039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100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2A1A27-B05B-46D1-B585-F486FF00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 / Powers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F96297-62F9-49FB-B21A-17AD3F16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1005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3D328C-C834-4837-BB35-0B72DA7F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2435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Specs / tasks / checkpoints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A8F5CD-162B-4D2C-8F7A-2E9E5A14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A491475-A97A-4CC6-A990-B669D17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7ED156-3530-4787-A844-7A6C832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800E08A-D2D8-46EB-870F-CDD94736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Rules / GEMINI.md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1343F0-A817-4A44-A841-B3973BC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530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C86186-29B0-4B85-AD17-4C536E28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673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Skills / Workflows / Plugins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E6A18A-49DE-4F0A-B6C0-C56B8CA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FA1897-05B2-48E8-928C-1CC6C84B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 Store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760B6E-896C-4B41-A542-E1E936E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2705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754A63-E304-4611-B149-85BE750C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67300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Artifacts / plan / diff / recording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167AF-52E5-4D27-BC62-0274774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TERMS  |  DO NOT MIX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9EA64-417C-4E3B-AC90-9120A598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SteeringとPowersはKiroの正式機能名です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61AEF-5CBF-4DD1-BC29-11A762DD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714F9-2842-456A-9878-EAAE785E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KIRO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F9D54-E2A4-436E-91A7-94E7BB86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FEC0A-8DF3-44D8-AD65-B389BC50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STEERING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Markdownで知識・規約・技術選定を持続。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always / fileMatch / manual / autoで読込み。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POWERS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POWER.md + MCP設定 + 任意のSteering / Hooks。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必要な専門能力だけを動的に読み込む。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38A67-9E8D-49FC-BE9B-D45A22E5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5C046-516F-4711-B15C-C7E6754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ANTIGRAVITY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DCE12-5A50-4CF1-90C2-A964F54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786DF-0A24-46ED-BBE8-0D640A4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RULES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持続するプロジェクト指示。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WORKFLOWS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Slash Commandで呼ぶ反復手順。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SKILLS / MCP / ARTIFACTS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再利用能力、外部接続、計画・差分・録画。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KiroのSteering / Powersという機能名は付けない。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07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86AAA-28B8-4393-BD32-0AD90E2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RUN OF SHOW  |  WEB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37F8-86CB-4D54-90E2-D9B454AA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Web制作を主役にし、最後の5分だけFigma MCPとPowerPointを見せます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F6D92-9E39-4241-88AD-FDB304E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00:00–02:00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9281B-F525-4B7F-B915-9DDBD7F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BCE12-B032-4677-B712-9B17BDC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144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到達目標と公開する成果物を30秒で共有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502AD-7EA3-419F-B8AB-38C353BD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02:00–04:00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9A044-EFFD-46DE-BC04-F288D812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71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CAB6D-FC67-4E15-BD16-7163DDC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812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目的・除外・停止条件・成功条件を決める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A86BD-45E4-4C0A-9517-20A16AC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04:00–07:00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73880-E09F-45BE-92F0-5766D2A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/find-skills + install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BD407-D784-4093-AAE1-477FDCA6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frontend-designを探し、監査して導入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36E9A-6B1B-4F73-84DC-36E2A212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07:00–10:00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FF1AC-5802-44AF-9EB1-9335EE7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TEST SPEC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5D0A0-8FFB-4653-A2B0-B9E3F152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TEST_SPECと契約テストを作り、REDを見る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9F397B-404D-4549-BB54-37F7956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10:00–15:00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78920-F72E-4668-8530-A8BD6B92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WEB 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41B4-D5C7-493D-8F2D-5704A572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813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Antigravity 2.0で初版を作り、部分PASSを見る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907411-EB5E-42C1-8739-FEA0DC7B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15:00–20:00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E845D-EF1A-4FEA-8B91-8B8740F6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385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SKILL + BROWSER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3634B-54E3-4666-89D9-B00EBB2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Skillで改善し、2 viewportとGREENを確認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ED7C9-1ABB-4F5C-AAC3-38404DCE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20:00–25:00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DF552E-81BA-4330-BEEC-31EDF6F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05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FIGMA MCP + PPTX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037730-EB2D-4B61-9627-267373B1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3枚のSlides作成 → editable PPTXを開く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EFAF72-C080-49CA-AEDA-CA926F3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25:00–30:00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EFC6B-DC14-40F9-BE07-70FB1B2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72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PUBLISH +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BBE0F-7A9B-4711-83E8-28833E3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承認 → 8 tests → Pages → HTTPSを見る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D115C2-519D-4308-B128-3A9503E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E8935-C35B-49D4-BA3C-B1A47CF1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387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882A6-D323-4B92-9C44-F5764D8A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48275"/>
            <a:ext cx="621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3A4FF-3055-4D4E-BDE2-BB81A129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PRE-FLIGHT  |  PEOPLE +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7AEC-A657-4D0A-AEF6-7990586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安全境界と参加者の現在地を、開始前に固定します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9443F-B7DA-4497-8083-B4871A66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AA6C6-21B0-4D58-B95B-D9D6469E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開始前チェック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14AAA-A1CF-42E6-97F6-04E6AB90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C4E2C-6BA2-4BE4-89AC-71995A2F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  Antigravity 2.0へサインイン済み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02  専用Project / repoだけを開いている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  remote / branch / statusが予定どおり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04  /grill-me と /find-skills が表示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05  frontend-designは未導入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06  Browserでlocalhostを表示できる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07  Figma remote MCPがCONNECTED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08  team / plan / project IDを照合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09  PowerPointを開ける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10  SITE_BRIEF = SYNTHETIC_DATA_ONLY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4D50E-B896-4FF6-A12C-33CF5ED7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16991-1FEA-40E7-BCAE-6DE56157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公開先 + Figma作成先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1014C-207B-4080-A699-93544ED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A3F55-5BB6-4B0B-8EA8-F59C74D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WEB PUBLICATION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kanta13jp1/mighty-link-antigravity-live-demo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PAGES URL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https://kanta13jp1.github.io/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FIGMA DESTINATION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kanta13jp1's team / Team project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project ID: 264549730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本番情報・認証情報・顧客情報は触らない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16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16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公開は正確な『公開して』の後だけ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09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7eebb7d8e4a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9E977-AE63-497D-A318-970C3DB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0  |  /GRILL-ME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4088E-09CF-4A9A-8A59-BBCF231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実装前に、目的・除外・停止条件・成功条件を言葉にします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2B47C-15B7-41EE-964A-69C2F95D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49CDD-24A9-41E0-BC49-50A52FE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/grill-me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823D6-935F-414D-8FF3-46C2C1C7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CD30E-2D17-4C7E-AF33-31846149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87908-5E27-4EE7-B139-0315B2BF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23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0 / /grill-meで実装前の判断を固める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/grill-me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30分のライブデモで「AI Agent Learning Hub」という1ページWebサイトを作ります。実装前に、矛盾や不足がないか厳しく確認してください。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確定済みの前提: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観客は非エンジニアと開発者の混在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サイトはCodex、Claude Code、Claude Cowork、Kiro、Antigravityの5製品を短時間で比較できる研修用成果物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ゴールは、観客がAIエージェントによる要件整理、制作、改善、検証、公開の流れを理解すること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- 5製品の公式機能を比較するが、ライブ操作はAntigravityだけを使う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公開可能な製品説明とローカル画像だけを使い、個人情報、顧客情報、認証情報は使わない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ログイン、フォーム送信、外部API、分析タグ、永続保存は作らない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専用GitHub Pagesリポジトリだけへ公開する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- 30分以内にSkill導入、初版作成、改善、公開確認まで見せる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実装結果を大きく変える質問だけを最大2問、1問ずつ質問してください。各質問には推奨回答と、その理由を1行で添えて、私の回答を待ってください。私が「推奨案で進めてください」と答えた場合は、その推奨回答を採用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回答後に「決定事項／見送ること／停止条件／成功条件」を4区分で要約してください。この段階ではファイル変更、コマンド実行、外部通信を行わないでください。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18437-A6B5-4E24-BB69-DF485A9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docs/demo/antigravity_workshop/PROMPT_00_GRILL_ME.txt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18901-B4ED-4F3E-8F91-A03860B0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/GRILL-ME  |  WHY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77D96-5FF5-4EB9-816B-ACCD7D1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Skillは、会話のたびに再利用できる仕事の型です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C641A-0035-4E8B-8931-070382C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C8531-8C9A-4FF5-9A94-F80CD54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/grill-me の役割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89FCA-BE6F-47F4-AEE9-8913A2E0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BE53C-4149-4401-80C7-10DBE611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曖昧な依頼を実装前に質問する。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結果を変える判断だけを残す。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今回の制限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・質問は最大2問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・1問ずつ + 推奨案 + 理由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・回答を待ってから次へ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・ファイル変更 / コマンド / 外部通信なし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3CA93-4CFB-4943-A775-CAA4A542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78E22-6AE2-408C-962D-152769C2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期待する出力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EDE3D-99DA-4592-8CDF-066FBE19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1C494-C7C1-4F9F-A2A8-C226711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DECISIONS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読み手 / 1画面の仕事 / 必須機能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OUT OF 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ログイン / 送信 / 外部API / 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STOP CONDITIONS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専用repo以外 / 秘密情報 / 90秒停止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SUCCESS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5カード / 5・4・1・5 / 最大2比較 / 2 viewport / HTTPS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b532fbd304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96D75-4E60-47BB-99FE-97959008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1  |  /FIND-SKILLS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461F5-9548-4929-99E1-3F1F6A9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実装を始める前に、信頼できる専門能力を探します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3BC27-FACF-4955-8DE0-48FFE587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B1217-8BD8-48E8-AD47-91DC67C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/find-skills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88340-9068-4BC9-A5EA-E794D1D9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10C1D-8BBC-4D91-B9A0-4629A96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64628-DD21-4DDF-B6B0-C80BB7AD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306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1 / /find-skillsで専門能力を探す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/find-skills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5製品を比較するAI Agent Learning Hubの、情報設計、Webデザイン、レスポンシブ品質、アクセシビリティを改善できるAgent Skillを探してください。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最初にskills.shの上位候補を確認し、次にSkills CLIで`npx skills find "frontend design"`を実行してください。候補は3件までに絞り、次を表で比較してください。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Skill名と用途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インストール数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公開元とGitHub stars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セキュリティ監査の結果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インストールコマンド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skills.shのURL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公開元の信頼性、利用実績、監査結果を確認して推奨を1件選び、このデモで何を改善させるかを2行で説明してください。まだSkillのインストール、ファイル変更、外部サービスへの書き込みは行わ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0CD5CC-7AC5-46F1-9EF6-84FF866F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docs/demo/antigravity_workshop/PROMPT_01_FIND_SKILLS.txt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5B322-5CB4-40AD-AE59-4F24B8A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/FIND-SKILLS  | 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37E2B-53C2-4A4D-B794-82AE337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見つけるだけで終わらず、公開元・利用実績・監査・中身を確かめます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660E5-2258-44A9-B0A6-C17A9374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36A16-B55C-4880-9CCE-D7FBB8DA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推奨: 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25E71-D70B-4F77-A9CA-C7D7BCDC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CE820-BB86-42AA-AA25-3A30B2DF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anthropics/skills@frontend-design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検索時点: 約75万インストール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公開元: Anthropic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GitHub実績: 公式repositoryで確認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監査: CLI / skills.sh表示を確認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導入: project-local + --copy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用途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情報設計 / タイポグラフィ / 配色 / 余白 / responsive / accessibility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21ABD-D4A8-41CA-ADCF-A9501CB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884F9-C30E-4590-9A23-85158F6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Skillの3段階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CC9A0-523C-4D89-A9B5-EB7BF11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03EAE-E264-44A0-9851-456C070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  DISCOVERY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名前と説明だけで候補を見つける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2  ACTIVATION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必要なSkillのSKILL.mdを読む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3  EXECUTION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必要な手順・資料・scriptsだけを使う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Skillはエージェントと同等の権限で動き得る。導入前レビューが必要。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13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b72383e2a4c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4DC47-584D-423A-8BC2-85197C0F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2  |  INSTALL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7F04A-A894-44E1-8AA7-CF9BA881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推奨Skillを専用リポジトリだけへ導入します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CF2C5-B7A5-47BB-AD39-E7B7385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961A7-D248-427D-921B-835F83B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INSTALL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94C81-C925-4060-89C4-39D084FD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FCF5E-54A7-4DA6-BDDC-D472583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A55A6-42B3-47BA-BDE5-31351609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824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2 / frontend-design Skillを専用環境へ導入する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推奨された`anthropics/skills@frontend-design`を、この専用リポジトリだけへインストールしてください。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最初に`git remote -v`、現在branch、`git status --short`、`npx skills list --json`を確認してください。remoteが`kanta13jp1/mighty-link-antigravity-live-demo`、branchが`main`でない場合、または`frontend-design`が既に存在する場合は、何も変更せず停止してください。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条件が一致した場合だけ、次を実行してください。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`npx skills add anthropics/skills@frontend-design --agent antigravity --copy -y`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インストール後に`npx skills list --json`と`.agents/skills/frontend-design/SKILL.md`を読み、次を報告してください。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インストール先がこのリポジトリ内であること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公開元が`anthropics/skills`であること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Skillの目的と、このデモで適用する3つの観点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監査結果または確認できなかった項目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この段階ではindex.html、styles.css、app.js、GitHub設定を変更せず、commitとpushも実行しないでください。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A7DD6-674A-4453-A490-AF33B81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docs/demo/antigravity_workshop/PROMPT_02_INSTALL_SKILL.txt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0AA8-29F8-4E51-843B-419167A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FRONTEND-DESIGN  | 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F7530-DABF-4619-8942-7A34280A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Skillが変えるのは装飾ではなく、設計判断の質です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0D9C2-6489-48FF-9AE1-AC30E05F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16430-1788-42D7-9A32-5C9D8293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このデモで任せる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574D2-3266-4593-AFF0-14CAC59F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4FB62-6BA8-4506-9EF4-44903636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INFORMATION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5製品を短時間で読み比べる優先順位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VISUAL DIRECTION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明るい業務向け配色、文字、余白、密度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INTERACTION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絞り込み、最大2製品比較、状態表示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QUALITY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desktop / mobile / keyboard / aria-live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DF393-60AB-431E-8510-410F7FA0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F5736-9791-48A3-ACDC-84BB993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任せない / 削除できる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9952A-6D7B-42D0-82B8-EBA2872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EC5B3-E10F-4284-B765-78DCF726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FACTS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製品機能の事実確認はSITE_BRIEF.mdが正本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AUTHORITY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公開権限、認証、Git操作の承認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DATA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外部送信、顧客情報、永続保存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SCOPE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.agents/skills/frontend-design/ にだけ導入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リハーサル後はCLIで削除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15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b14bcbb5b4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7F3DE-2254-43F5-A173-CE4139E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3A  |  TEST SPEC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CCEFC-1A30-46CF-8BD5-DE50197A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サイトを作る前に、期待動作と成功の証拠をテストへ固定します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1B45-CED6-4A8A-BA68-285E6490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4EA3F-2E2D-4FC9-A51C-4B822DA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TEST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4175-5382-4955-BEA6-5176B510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8DD5E-D4E4-4109-9707-BBDE704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F02693-F9AB-4130-BBB9-0DD35B14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842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3A / 実装前にテスト仕様書と契約テストを作る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@SITE_BRIEF.md を読み、サイトを作り始める前に、期待動作をテストとして固定してください。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最初にTEST_SPEC.mdを作成し、各ケースへID、優先度、前提条件、操作、期待結果、証拠、実行方法を記載してください。対象は次の10件です。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T01-T05 自動: 必須ファイル、タイトル、5製品、表示項目、SYNTHETIC_DATA_ONLYと外部依存・送信・保存なし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T06-T08 自動: フィルター件数5・4・1・5、最大2製品比較と3件目の拒否、aria-pressedとaria-live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T09-T10 Browser: 1440x900と390x844の横スクロール・文字切れ・重なり0、公開HTTPS URL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続いてPython標準ライブラリだけを使うtests/test_site_contract.pyを作成してください。T01-T08を8つの独立したunittestとして実装し、テスト対象はリポジトリ直下のindex.html、styles.css、app.jsとします。サイトファイルがない場合もテスト収集を中断せず、各不足をFAILとして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この段階ではindex.html、styles.css、app.js、画像、設定を作成・変更しません。外部ライブラリの導入、外部通信、commit、pushも行いません。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python -m unittest discover -s tests -v を実行し、1件以上FAILするREDを確認してください。すべてPASSした場合は想定外として停止してください。最後に「仕様書／自動テスト／REDの理由」を3行で報告してください。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D009D-514E-40E5-8105-B9994732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docs/demo/antigravity_workshop/PROMPT_03_TEST_SPEC.txt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13E98-7ABF-4D9C-9520-60E2AE6A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TEST-FIRST  |  RED → PARTIAL → GREEN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81093-DBF5-4A84-B5E6-0713BF28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失敗するテストは、実装前に期待結果を固定できた証拠です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FC0D-30BF-4B21-8C43-05EAA0C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3166E-3743-4A5A-83CB-AA63876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TEST_SPEC.md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E3B52-7F87-4C5B-80F0-8A85747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9907F-D2BC-48B4-BFB8-7937F87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T01–T05  基本契約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必須files / title / 5製品 / 表示項目 / safety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T06–T08  操作契約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filter 5・4・1・5 / maximum 2 / aria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T09–T10  人が見る証拠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 viewport / HTTPS public proof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テストの削除・skip・弱体化は禁止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E700D-4ED1-4D00-9C64-BE8DCB98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6FE3F-956C-4092-B978-BDD8E32F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見せる3段階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2F08C-EE29-4CFF-8322-6946F877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29491-49DE-4715-A18C-153C3FFD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RED  Prompt 3A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サイト未作成 → 1件以上FAIL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PARTIAL  Prompt 3B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T01–T05 PASS / T06–T08 FAIL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GREEN  Prompt 4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自動8件PASS + Browser 2件確認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13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13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python -m unittest discover -s tests -v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17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e2a8f6d8d4e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CFDF6-42A8-40B7-BEF0-DE2C0B9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3B  |  BUILD TO THE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B720E-ECC0-4BB4-8459-6D33123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テストを変えず、まず基本5件だけを満たす初版を作ります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EFBE9-0D21-4D5B-B169-3D7471A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3A27D-E8AB-443F-A6B4-34504A65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BUILD / PARTIAL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76B41-90B8-4088-B99C-C544D2A5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816CF-78F4-4919-B878-F6ABD5D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24D4-6F31-4A0A-8770-34C88352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4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3B / テストを基準にAIエージェント学習サイトの初版を作る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@SITE_BRIEF.md、@TEST_SPEC.md、@tests/test_site_contract.py を読み、テストは変更せず、リポジトリ直下にindex.htmlとstyles.cssを作成してください。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サイト名は「AI Agent Learning Hub」です。Codex、Claude Code、Claude Cowork、Kiro、Antigravityの5カードを表示し、各カードに「向いている仕事／主な機能／最初に試すこと」を記載してください。assets/workshop-hero.pngをヒーロー画像として使用し、研修用サンプルであることと、2026年8月9日時点の公式情報に基づく概要であることを表示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初版ではJavaScript、絞り込み、製品選択、比較サマリーを追加しません。外部ライブラリ、外部画像、外部フォント、実在する顧客・社員・連絡先は使用しないでください。index.htmlとstyles.css以外は変更せず、TEST_SPEC.mdとtests/test_site_contract.pyを緩めたり書き換えたり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作成後にpython -m unittest discover -s tests -vを実行し、T01-T05がPASS、まだ実装していないT06-T08がFAILであることを確認してください。ブラウザでも1440x900と390x844のヒーロー画像、5製品、文字切れ、横スクロールを確認してください。最後に「変更ファイル／テスト結果／次にGREENへする項目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BE8D9-379A-4673-8C2A-F729ABC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docs/demo/antigravity_workshop/PROMPT_03_BUILD.txt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84A52-3C61-482E-9EC7-FFE835F0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4  |  /FRONTEND-DESIGN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5165B-27AE-4E72-B2D2-82486C7D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Skillで残りの期待動作を実装し、REDをGREENへ変えます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80044-6465-4A88-B1F2-5D25D177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686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91E3F-F357-4292-BD61-2F7504F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AB2EA-4E17-49BE-B038-67876016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049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4AC681-791F-4CAC-93EF-DD2CA1E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0401300" cy="3505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20549-F5F0-44FF-A02E-E595631E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6367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Prompt 4 / /frontend-designで残りのテストをGREENにする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@SITE_BRIEF.md、@TEST_SPEC.md、@tests/test_site_contract.py を読み、初版を改善してください。テスト2ファイルは変更しません。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実装すること: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情報の優先順位、文字、余白、配色を整え、研修投影でも読める画面にする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- 4フィルター「すべて／開発／ナレッジワーク／計画・自動化」を追加し、件数を5・4・1・5にする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各カードに比較ボタンを付け最大2製品まで選べるようにする。3件目は追加せず案内する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選択件数、製品名、向いている仕事をaria-liveへ表示する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app.jsでaria-pressed、キーボード操作、上限2件に対応する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色は#00A5E3、#EF7E00、緑、白、濃い文字色を使う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守る境界: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- 5製品と説明を維持し、SteeringとPowersはKiro固有機能として扱う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外部依存、送信、永続保存、commit、pushは行わない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変更はindex.html、styles.css、app.jsだけ。製品追加、料金、クォータ、ランキング、診断、検索、export、テーマ切替、動画、画像生成、Visual Feedback模擬は追加しない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開始前に変更予定3ファイルを報告し、範囲外が必要なら停止する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検証すること: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python -m unittest discover -s tests -vでT01-T08がすべてPASS。テストを削除、skip、弱体化してPASSさせない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- 1440x900と390x844で横スクロール、文字切れ、重なりが0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065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065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最後に「Skillが変えた判断／REDからGREENになったテスト／ブラウザ検証」を3行で報告してください。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6BD46-D4BF-4E7C-B369-525114FA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正本: docs/demo/antigravity_workshop/PROMPT_04_APPLY_SKILL.txt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643ad38e249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DA262-0D4A-4F64-8B20-141557C0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5  |  FIGMA MCP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FFC6C-791B-4C1F-B217-2804C1F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Figma MCPは作成前にaccount・team・project・Toolを確認します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51C2E-F645-4107-8E6C-8B4DB98A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929B3-A422-4AFB-BBBE-21AD7C8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MCP / READ ONLY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B98E9-A54B-46ED-8517-5F0F03A9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63C93-5540-47E1-90D8-A93D446A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E7592-FDF3-42FA-965D-A35C5FA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56701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5 / Figma MCPの接続と作成先を読み取り確認する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Antigravity 2.0のSettings &gt; Customizations &gt; Installed MCP Serversで、Figma remote MCPの接続状態を確認してください。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確認条件: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この段階ではFigmaファイルを作成・編集・削除しない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OAuth再認証を要求された場合は、その場で認証せず停止する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APIキー、token、cookie、認証情報を表示しない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r>
              <a:rPr>
                <a:solidFill>
                  <a:srgbClr val="FFFFFF"/>
                </a:solidFill>
              </a:rPr>
              <a:t>接続済みの場合は、Figma MCPの読み取り専用Toolだけを使い、次を確認してください。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1. 接続中のFigmaアカウント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2. team / planが`kanta13jp1's team`であること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3. plan keyが`team::1404381379512110171`であること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4. 作成先project IDが`264549730`であること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5. Figma Slidesの新規作成とcanvas書き込みに必要なToolが利用可能か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結果は次の5行だけで返してください。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MCP: CONNECTED または STOP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ACCOUNT: &lt;emailまたは非機密のhandle&gt;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TEAM: &lt;team名&gt;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PROJECT: &lt;project ID&gt;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WRITE TO SLIDES: AVAILABLE または UNAVAILABLE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STOPの場合は理由を1行だけ追加し、設定変更や認証を開始しないでください。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55AAA-21D4-4552-9B97-3884DFD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docs/demo/antigravity_workshop/PROMPT_05_MCP_CHECK.txt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BE94C-8080-45E0-A87A-E0F232D5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MCP  |  FIGMA SLIDES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4E824-721E-40A0-B4E5-AC247364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MCPはAIと外部Tool・データをつなぐ標準です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B0558-4EA1-47E2-857A-3A9442CC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2F572-2B31-46FE-AE7A-3D337D20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58354-3E61-478B-887A-DF34A3C7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1A5EB-39C0-4E6A-BE3D-4607782D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 2.0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57F87-5232-4C82-BE29-6E9BE55D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目的・現在のProject・停止条件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483B-6C4E-4E51-988F-FD50C5A2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C2CA6-BC2B-45C1-95B0-2555102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C271C-A6B9-43F4-A61C-E8E18E2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07FF1-2924-47BB-B642-2B6FA43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MCP client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AFF16-9F12-4AAC-849E-3E9136A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接続先と利用可能Toolを提示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98042-86E2-44B6-ACE5-028CDFA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72AC5-5F03-4654-9CCC-9991D20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EECF2-686F-4788-8DF2-88859343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7FB8F-17EB-4FE3-AAAF-8DA907A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Figma MCP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E7EE-4111-4F9B-8B04-4C2D3B92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指定team / projectへ接続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86BE8-D4F5-4515-ACA2-27661AD3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14287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7BD25-8C98-499F-8316-C32D26A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2190750"/>
            <a:ext cx="26241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F85D0-082A-469B-99F1-CA546656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362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8E2204-173D-4D62-BE0D-7308412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743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Slides Tool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6DC2CF-13B4-4145-BC0C-C973CCEE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124200"/>
            <a:ext cx="22812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3枚を作成し、Figma URLを返す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3C468C-8812-4028-BC27-41C5197C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8572500" cy="1047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0E31C-4F8F-4C9C-853C-6C5E00A4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20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接続済み ≠ 実行してよい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BA7A8E-34B6-4C24-B349-C49E6CCE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76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125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書き込みは新規Slides 1ファイルだけ。PowerPoint書き出しは人がFigma画面で実行します。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60981530a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2194E-5A68-4CBA-A78B-41CCDEA0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6  |  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B2316-BE7E-464C-9007-FC6DE0B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公開は自動で始めず、差分確認と人の明示承認を必須にします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4B221-B427-487B-8A02-236328E7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28184-4CA4-437F-8C83-B035E7A6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1B0C35-4704-4A22-9048-F2C4486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C727E-5CAF-4B49-ACCD-AD4C1BB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5C7B9-1881-4369-B62C-E9EE840A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845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6 / テスト済みサイトをGitHub Pagesへ公開する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完成したAI Agent Learning Hubを、次の専用公開先へ公開する準備をしてください。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repository: https://github.com/kanta13jp1/mighty-link-antigravity-live-demo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branch: main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URL: https://kanta13jp1.github.io/mighty-link-antigravity-live-demo/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公開前にgit status、git diff --stat、git remote -v、現在branchを確認してください。remoteまたはbranchが違えば何も変更せず停止してください。.env、認証情報、トークン、個人情報、顧客情報が追跡対象になく、SITE_BRIEF.mdにSYNTHETIC_DATA_ONLYがあることも確認してください。`.agents/skills/`はadd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python -m unittest discover -s tests -vを実行し、T01-T08が8件PASSすることを確認してください。FAIL、テストの削除・skip・弱体化があれば公開せず停止してください。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公開対象はindex.html、styles.css、app.js、assets/workshop-hero.png、TEST_SPEC.md、tests/test_site_contract.pyの6ファイルだけです。Q&amp;A Prompt 8を実行済みの場合だけassets/agent-workflow-hero.pngも許可します。製品追加、料金、クォータ、その他の変更があれば停止してください。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commit messageと公開URLを報告したら停止し、「公開してもよいですか？」と質問してください。私が正確に「公開して」と答えるまでgit add、commit、push、GitHub設定変更を行いません。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99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「公開して」の後だけ指定ファイルをaddし、`Publish AI agent learning hub demo`でcommitしてmainへpushしてください。Pages完了を最大3分待ち、公開URLでHTTPS、title、5製品、フィルター5・4・1・5、最大2製品比較を確認し、「commit／公開URL／8 tests／公開確認」を4行で報告してください。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7281F-1581-4F63-BC3E-4731D1E9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docs/demo/antigravity_workshop/PROMPT_06_PUBLISH.txt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22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04C89-27D5-45B8-9631-91599F37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PUBLIC PROOF  |  SUCCESS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3043B-7E05-4D9B-A65F-A53B6DEC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『公開して』の後だけ、4つの証拠を揃えます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0D38D-4CB1-4AA0-B157-861B097F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C999BB-F8AD-4B3F-8C51-51473F5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79B5D-8884-488B-9CEC-11A1D51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3273D-0047-4CB5-9035-74B62C61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remote / branch / diff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秘密情報なし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人の承認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E4EE6-9AB4-4FAC-8240-053F8FD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DDB737-8D48-44C6-AA20-518EE98C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C9FB4-6423-475D-BA97-D0D472AF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B2C7F-0103-40DF-B58A-5860B177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COMMIT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C3576-0A0B-40B4-8F22-FF191580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指定6ファイルだけ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8 tests GREEN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mainへpush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26F4C-06A5-4991-94AE-9FAB177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D8674-3B36-478E-A122-C5E3FA4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541D63-B9F6-49B3-8EF1-AE1644F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D2548-4265-4210-9AE9-69AF3989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HTTPS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29138-10DE-43EB-9C49-E1ABDE9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Pages deployment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200 response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公開title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81B18-CDA2-4B2F-974F-248AC6B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5664D-4599-417A-BCE5-DC14C10E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3524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921AA8-870E-4024-AE55-C5644D2A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1771650"/>
            <a:ext cx="259556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8BA01-9F23-4819-8093-352E866A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133600"/>
            <a:ext cx="21764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7B61A8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FUNCTION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C79B43-C357-44DE-9C98-FD0FE2EB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2933700"/>
            <a:ext cx="2176463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 products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filters 5・4・1・5</a:t>
            </a:r>
          </a:p>
          <a:p xmlns:a="http://schemas.openxmlformats.org/drawingml/2006/main">
            <a:pPr>
              <a:buNone/>
              <a:defRPr sz="13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maximum 2 compare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47F86-CA03-42E0-B58C-4AED16BA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8" y="4686300"/>
            <a:ext cx="609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23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E5B4E-CD14-410A-A650-8C25BBB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REHEARSAL  |  ACTUAL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AAD427-1801-4BD7-BE6B-9C769D9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公開と改善は成功。追加改善だけで約78分かかりました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d0e1a121b463a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7DB8A-C2C7-4DC9-9853-62861BDA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37719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01F6F-680A-451F-9E1C-494F6F1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24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0C02E-C8A0-4F85-BB1A-263A6B2E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24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05cfa7c → 347ce89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11 commits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約78分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AF0F8-0115-46CD-9A3A-593E5D32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公開URL: HTTPS 200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製品: 5 → 9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追加: 動画 / Visual Feedback模擬 / Nano Banana模擬 / 検索 / 診断 / export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1163">
                <a:solidFill>
                  <a:srgbClr val="D8EAF1"/>
                </a:solidFill>
                <a:latin typeface="Yu Gothic UI"/>
                <a:ea typeface="Yu Gothic UI"/>
                <a:cs typeface="Yu Gothic UI"/>
              </a:defRPr>
            </a:pPr>
            <a:r>
              <a:rPr sz="1163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横scroll: desktop 0 / mobile 0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43CF3-97EF-4569-9847-6D6EC4B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LEARNING DESIGN  |  MIXI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80A4A4-6766-4020-81D3-54BF665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短い説明と実演を、テストの証拠でつなぎます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9D109-77C0-4442-B539-8D7BBD91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54D81-2566-4A40-A5CB-CBCE7F59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FF1B2-3E61-416A-A656-363ADEF3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31A92-0BC7-48C2-B7ED-C66D4F0E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期待を固定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30FDA-2822-435F-BD25-44EBAAB9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作る前にTEST_SPECと成功の証拠を決める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FC687-0B61-4579-B1A2-743294F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B4BC5-06BA-418C-95EF-4C416FFB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4CF4E-9AB6-473F-8F30-E2041238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58724-D7F9-46CE-A067-89DC96D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REDを見る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24507-F92A-4665-A5EF-C112978A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未実装のFAILを隠さず、現在地として共有する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F17E2-1C33-406E-A010-B8F5EE38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30746-7906-4DD8-A10A-37F3666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3477B2-6633-4E63-9950-601E5B9F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D967FA-851A-4AF0-827F-16E1E37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GREENへ実装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ED9A41-7573-4CCF-8D56-0F2799A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テストを変えず、差分・画面・件数を確認する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9DE1D2-C713-44D4-A979-56239130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26479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50641-40A0-46E6-84DE-DF570DD0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FC14E-38D5-4C64-BB15-AEBA4C0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76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D9485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3CCFC2-54DB-4E2A-B51E-D6E2682E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47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言語化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FE1D5-0D21-4334-A016-AE2FF42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『何を満たした？』を一問し、実務へつなぐ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C92C0-FB66-4E62-88B1-B31F709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9258300" cy="781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1066D1-4419-44AE-8DDB-A87B6A3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講師の一言: 『どのテストがREDからGREENへ変わりましたか？』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74D1A-6765-4D90-A9D3-68AAE57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78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参考: MIXI 26新卒技術研修 AI Day1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59E0B-DD8B-4435-8772-026107F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WEB FIRST  |  MCP IN FIVE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94220-9F68-4870-BF7F-2B951469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Web制作が主役。Figma MCPは外部Tool連携を5分で見せます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8D241-CC69-4208-BABD-5D99457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3143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7527-BB0B-423A-891A-E5DC0E3F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CF2D-6453-4DEE-B24E-18BE70D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 2.0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66538-661E-4691-92FF-8D144A65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Webを作る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57968-D829-4FE6-AFC8-C911C6D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要件 / TEST_SPEC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実装 / Browser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Artifacts / 公開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335A1-0700-4651-B3BF-1AB92CA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3143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49E53-E74D-42CC-81F8-BDF517E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4EF61-B763-4F54-A497-606DDBEF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Figma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E8F23-91AC-4582-9847-97778A1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外部Toolへつなぐ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E8E4A-997F-42A4-AAAF-A06A92F0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指定team / project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3枚のFigma Slides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URLを証拠にする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C305-7F43-4447-8074-E539384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314325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19026-0682-4054-B757-69FC38D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00DA3-B262-4CCF-8F6C-F12B5E14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25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PowerPoint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55012-F451-43F6-A5E1-EB6EE776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編集可能性を確かめる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E7C2D-A63C-44D6-B62B-D5BF13C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009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editable PPTX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selectable text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35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35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 slides / no overflow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9C548-22F5-4828-8FF2-C78DEDF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19700"/>
            <a:ext cx="937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IDE / CLI / SDKを切り替えず、Antigravity 2.0から一つの流れで進めます。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77ABB-3CF6-40F7-892A-9E4791E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ANTIGRAVITY 2.0  |  PROJECT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D3F6-34C3-4996-91DD-7C3146FC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Antigravity 2.0では、依頼・差分・Browser・Artifactを同じProjectで追えます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0a28f280043c7"/>
          <a:srcRect xmlns:a="http://schemas.openxmlformats.org/drawingml/2006/main" l="0" t="3943" r="0" b="3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657350"/>
            <a:ext cx="802005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81E96-C997-4617-BD72-B89E324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57350"/>
            <a:ext cx="2609850" cy="4000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C3486-1B98-4BE3-BAD0-D5B1F08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621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PROJECT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8BFD2D-FBBD-4FF3-90AD-EE67FB36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0764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68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Agent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計画とTool実行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Files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変更差分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Browser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実際の成果物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Artifacts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4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証拠とレビュー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118A8-B4EE-4DBA-A2FE-29D8C94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Web制作のRED → GREENと公開結果を一つの会話で追う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27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7ea1fc5cb4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CE821-B2E9-4FC6-828F-A079EEFC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PROMPT 12  |  FIGMA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4B6FB-EC0F-4831-9AD6-A5B54F94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Figma MCPでは、指定projectへ3枚のSlidesを作ります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0CFD7-F2CD-43A5-86D0-E47F7FC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D0B1F-0DFB-4D61-BE46-43A4DFF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828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INTO ANTIGRAVITY 2.0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4AEAA-A125-4348-BE85-ED20072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20867-9AEF-457D-BFDE-F38A778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7AF28-456F-46F1-8E86-6DB50918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3426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[本編 / Figma MCPからPowerPointを作る]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接続済みのFigma remote MCPを使い、編集可能なFigma Slidesファイルを新規作成してください。利用可能ならFigma公式の`figma-use`と`figma-use-slides` Skillを先に読み、その手順に従ってください。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作成先: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team / plan: kanta13jp1's team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plan key: team::1404381379512110171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project: Team project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project ID: 264549730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上記と異なるteamやprojectへは作成しないでください。認証、plan、project、書き込みToolのいずれかを確認できなければ、ファイルを作らず`STOP`と理由を返してください。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ファイル名: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Antigravity 2.0 MCP Demo - AI Agent Web Delivery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r>
              <a:rPr>
                <a:solidFill>
                  <a:srgbClr val="FFFFFF"/>
                </a:solidFill>
              </a:rPr>
              <a:t>目的: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非エンジニアと開発者が混在する社内研修で、AIエージェントがWeb制作を会話だけで終わらせず、期待結果、Tool実行、検証、公開まで進めることを3枚で説明します。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スライド構成: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1. 「AIエージェントはWeb制作をどこまで任せられるか」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要件整理、テスト仕様、実装、ブラウザ検証、公開を一つの流れとして示す。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2. 「テストを先に作ると、AIの作業を証拠で確認できる」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TEST_SPEC、RED、実装、GREEN、公開確認の順を一方向の流れで示す。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3. 「Skill、MCP、人の責任を分ける」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 Skill=仕事の型、MCP=外部Toolとの接続、人=目的・権限・承認・停止条件を持つ、と説明する。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デザイン要件: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Figma Slides、16:9、全3枚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公式Figma Slidesテンプレートの素直なレイアウトを使う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白を基調に、チャコール、シアン、コーラル、ライムを役割別アクセントに使う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日本語本文は24pt以上、タイトルは40pt以上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表やカードの羅列ではなく、各スライドに一つの主張を置く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グラデーション、過度な角丸、紫主体、装飾だけの図形を使わない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外部ロゴ、顧客情報、個人情報、APIキー、未確認の数値を入れない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PowerPoint変換を優先し、文字、単純図形、画像を編集可能な構造で作る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完了条件: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指定team / projectに編集可能なFigma Slidesが1ファイル存在する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- 3枚すべてに文字切れ、重なり、キャンバス外要素がない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各スライドのタイトルと検査結果を返す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Figma Slides URLを返す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PowerPointへの書き出しはまだ実行しない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公開、共有範囲変更、既存ファイルの編集・削除はしない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18647-DBCB-47E0-A2F0-A1701A82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docs/demo/antigravity_workshop/PROMPT_12_FIGMA_POWERPOINT.txt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28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94BA7-EFED-4F6B-BB3E-93AF26F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FIGMA SLIDES  |  EXPORT PPTX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3D6AF-7356-4BBA-A80A-121BFE13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Figma Slidesをeditable PPTX equivalentとして書き出します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151FB-275F-4DDA-AA28-A57D41E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818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D9F97-BF85-4E3E-A7ED-3AB9B39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781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FIGMA SLIDES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EFF41-85E1-49F5-8D7D-48E6FFE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603885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Main menu &gt; File &gt; Export slides to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/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File type: PPTX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982">
                <a:solidFill>
                  <a:srgbClr val="EDF6FA"/>
                </a:solidFill>
                <a:latin typeface="Yu Gothic UI"/>
                <a:ea typeface="Yu Gothic UI"/>
                <a:cs typeface="Yu Gothic UI"/>
              </a:defRPr>
            </a:pPr>
            <a:r>
              <a:rPr sz="982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Content: all slides</a:t>
            </a:r>
          </a:p>
          <a:p xmlns:a="http://schemas.openxmlformats.org/drawingml/2006/main">
            <a:r>
              <a:t>Structure: editable PPTX equivalent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3BA3-A084-46EA-B2C7-CCAFCCA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57350"/>
            <a:ext cx="38481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93A2E-039E-4382-94D0-C768FB1E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9CB3F-CC52-409D-BAC7-A372A09D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19350"/>
            <a:ext cx="3276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9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99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Figma Slides URLを開く</a:t>
            </a:r>
          </a:p>
          <a:p xmlns:a="http://schemas.openxmlformats.org/drawingml/2006/main">
            <a:r>
              <a:t>File &gt; Export slides to &gt; PPTX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63D51-E1F1-4705-84DD-C97C3752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3276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7235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POWERPOINT CHECK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1  3 slides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  text is selectable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  fonts / wrapping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4  no secrets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/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制約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fonts置換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interactions・code blocks静止画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200" b="1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00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gradients単色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29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b78a1cf30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2A5EC-A80B-4A58-8FBB-DA55F95F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POWERPOINT CHECK  |  EDITABLE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C7DC01-2C02-4F93-9604-3CE62FF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PowerPointで、3枚・編集可能・文字切れ0件を確認します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26E37-39FE-4F42-B4AB-C701B780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80BE4-0984-4AD8-B362-25EDAF26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POWERPOINT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D9CD5-741E-4FEE-B7EC-3EC7767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VERIFY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EDEE32-5B63-475B-BD57-1268C06C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4D7DB-395C-418A-AB30-085D26B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01  全3スライドがある</a:t>
            </a:r>
          </a:p>
          <a:p xmlns:a="http://schemas.openxmlformats.org/drawingml/2006/main">
            <a:r>
              <a:rPr>
                <a:solidFill>
                  <a:srgbClr val="FFFFFF"/>
                </a:solidFill>
              </a:rPr>
              <a:t>02  タイトルと本文を選択・編集できる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03  日本語fontが置換されても文字化けしない</a:t>
            </a:r>
          </a:p>
          <a:p xmlns:a="http://schemas.openxmlformats.org/drawingml/2006/main">
            <a:r>
              <a:rPr>
                <a:solidFill>
                  <a:srgbClr val="FFFFFF"/>
                </a:solidFill>
              </a:rPr>
              <a:t>04  16:9のキャンバス内に全要素が収まる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05  文字切れ、重なり、過度な縮小がない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06  外部ロゴ、個人情報、APIキーがない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07  Skill / MCP / 人の責任が区別されている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08  元資料は上書きされていない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r>
              <a:rPr>
                <a:solidFill>
                  <a:srgbClr val="FFFFFF"/>
                </a:solidFill>
              </a:rPr>
              <a:t>Figma URLとPPTXを、MCP連携の成果物として提示します。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4843D-2169-43DA-94F9-57F88227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docs/demo/antigravity_workshop/FIGMA_POWERPOINT_DEMO.md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30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CAC3-85C2-4BF1-A14B-74DE23E0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ANTIGRAVITY 2.0  |  ROLE 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564F-4146-4D9C-A563-7BA98FE3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入口はAntigravity 2.0。SkillとMCPで仕事を広げます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32A14-02E2-4D2D-8713-5A1E6CD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49717-8166-4B48-9F04-3FA9D08F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役割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216C1-4509-443C-B760-DB1DB133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52600"/>
            <a:ext cx="3295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CCB238-C9F7-46FC-8BD7-407CA3B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47850"/>
            <a:ext cx="3067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観客が見るもの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48C5C-E73E-484E-BF8B-5D21392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52600"/>
            <a:ext cx="283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F0EBF-44E4-4B78-BB9D-380B9FA0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任せる仕事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33253-6916-4409-A208-A14A9120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526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AC755-6115-4B75-B609-E0E62E29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819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05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成功の証拠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4F9D-A4C2-4B50-80C7-975FB0E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911CD0-2DA0-4DB5-B095-2E885EFA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Antigravity 2.0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E415F-9AF2-45A3-AB95-897952FC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717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2F87E-2653-41E1-95CA-8795C86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860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Project / Agent / Browser / 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565D0A-7F47-49B9-9FFC-4BBB1CE1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3763C-8CC0-4F81-BF13-AC6A4F27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テスト先行のWeb制作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761FF-E3BC-4E42-AE4D-D52741D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5C2E4-BB74-4618-8B75-6EC9402E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RED → 8 GREEN + Pages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B1F7F-E20E-4F56-A8E5-4BC556C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79F9E6-5BA8-478A-8CCF-480F0CB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Figma MCP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BBEB0B-43D1-4569-998E-2E29431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FF9E71-54C5-401B-886C-3A146884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9565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team / project / Tool / Slides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2312A-D1CE-4A6B-BEC6-4C02C929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E3132-1C02-4D20-B69B-18346915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9565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3枚のSlidesを新規作成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95FA9-1D71-47F2-9E55-727320AE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424CE7-99E8-4DCF-BDA5-81309D7E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指定project + 文字切れ0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4AAE7F-D04C-49DA-AC1B-594D09DB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714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B89BD6-75FF-44B9-B42E-8E3E5DF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PowerPoint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31E60F-AA04-499B-A453-249DA00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91000"/>
            <a:ext cx="32956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6ACF9E-CB5C-409F-B721-0CC9B0C4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3105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PPTX export / selectable 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4EDC99-0B65-40DD-BA27-428DE354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91000"/>
            <a:ext cx="28384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B11F5C-2ED8-48E2-B16B-01C95CC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2647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最終レビューと再利用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2FB0F5-0338-4C10-9AF2-BD229573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04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3EAB7-05DD-45F9-BB07-F3864146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 slides + editable 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FC302-0C83-4DFC-9DF6-221336A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8572500" cy="514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EF9A5C-08E8-49FE-BFF2-5B5FFD0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334000"/>
            <a:ext cx="788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確認: Skill=仕事の型、MCP=外部Tool接続、と説明できますか？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31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573de0ad840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33B60-5632-43CF-80A5-5C826891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Q&amp;A PROMPT 7  |  OFFICIAL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8C10EB-515E-4EDA-940B-0988DC16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公式性を照合してから、指定動画だけを追加します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1A0D7-6227-486A-88E6-23AE85C9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65552E-C650-4133-804C-F72E5195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VIDEO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D42677-02FE-48CD-B2F3-6BB8FCB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DE004-9049-4659-812A-B12B5437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E37B6-C8B4-49A8-A31C-7F30CB0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013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7 / Q&amp;A用: 公式動画を出典確認して追加する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AI Agent Learning HubのAntigravityカード付近に、次の動画をサイト内で再生できる導線を追加してください。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URL: https://www.youtube.com/watch?v=SVCBA-pBgt0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動画ID: SVCBA-pBgt0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実装前にYouTube oEmbedまたは動画ページで、titleが「Welcome to Google Antigravity」、author_nameが「Google Antigravity」、author_urlが`https://www.youtube.com/@googleantigravity`であることを確認してください。1項目でも確認できなければ「公式」と表示せず、ファイルを変更しないで停止してください。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確認できた場合だけ、privacy-enhanced modeの`https://www.youtube-nocookie.com/embed/SVCBA-pBgt0`を使い、Antigravityカードの近くに「Google Antigravity公式紹介動画」として追加してください。モーダルを使う場合は、閉じるボタン、Escape、背景クリック、focus復帰、YouTubeで開くリンクに対応してください。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5製品を増やさず、料金、クォータ、他製品の動画、外部フォント、診断、検索、エクスポート、テーマ切替を追加しないでください。commitとpushは実行しないでください。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1440x900と390x844で、動画導線、モーダル、キーボード操作、横スクロール、既存の絞り込みと2製品比較を確認し、「出典確認／変更ファイル／ブラウザ確認」を3行で報告してください。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0017E-9E7D-4F1D-BDC5-B42724B5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docs/demo/antigravity_workshop/PROMPT_07_OFFICIAL_VIDEO.txt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32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6f2dc10d144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220D1-5185-4343-91E7-5E963F3F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Q&amp;A PROMPT 8  |  NANO BANANA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8F2F-175A-4CD5-9345-1DF1AB69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Nano Bananaは模擬UIではなく、実画像を1枚作って見せます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9B98-F60F-4C4B-9146-7FC4D463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9B9EC-283C-4F20-9675-878C6BDC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Q&amp;A / 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DBBF9-AA28-46F4-B8D8-5045AE92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3601C-C7A3-4EF6-A9E2-33B1D24D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B77B7-B638-4097-B88B-70FEDFD8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728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8 / Q&amp;A用: Nano Bananaで実画像を作って差し替える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/frontend-design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Antigravityのgenerative image toolを使い、AI Agent Learning Hubのヒーロー用画像を1枚だけ生成してください。Antigravity公式Modelsページで、画像生成ToolがNano Banana 2を使用することを確認してから実行してください。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画像要件: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- 1600x900の横長ラスター画像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日本の社内研修で、非エンジニアと開発者がAIエージェントの画面を一緒に確認している実写調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画面内に読める文字、製品ロゴ、人物名、顧客情報を入れない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既存の明るい業務向け配色と本文の可読性を損なわない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- assets/agent-workflow-hero.pngへ保存し、適切な日本語altを付ける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重要: CSSの色切替やプリセットボタンを「Nano Banana」と呼ばないでください。Nano Bananaシミュレーター、テーマ切替、別製品、料金、クォータを追加しないでください。画像生成Toolが使えない場合は既存画像を維持し、模擬実装をせず「SKIPPED」と報告して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/browserで1440x900と390x844を確認し、「使用したTool／生成画像／ブラウザ確認」を3行で報告してください。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292A6-D612-40F8-86BC-7BEBC3A1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docs/demo/antigravity_workshop/PROMPT_08_NANO_BANANA.txt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6CB7AC-4C6A-43D1-8390-0A35581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193663-A5EE-4C50-94F5-4F317F6D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CDC7B91-A4F8-4EEE-9490-FDC9A65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7450A9-414D-4210-87BB-7FE8EEC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DBBD43-6CDB-4AC1-BEC7-284DB281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BEFB2F-03FA-46F9-ADA8-740B691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C85336-3532-402D-986C-B0A621CB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913A3C-B665-4346-A3A4-77AE8A26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33 / 36</a:t>
            </a:r>
          </a:p>
        </p:txBody>
      </p:sp>
      <p:pic>
        <p:nvPicPr>
          <p:cNvPr id="3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3b0b522d942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5C169-9994-4825-9A4C-0CD08D77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Q&amp;A PROMPT 9  |  VISUAL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471AB-3866-4101-89A9-5098D0D7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Screenshot Artifactの位置へコメントし、重なりだけを直します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819B9-894A-4D45-80D9-A4B7515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438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A05F8-CFBA-4084-9B16-4F293E44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ARTIFACT COMMENT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EDCA2-8593-4E3A-B506-B92AA6FC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PASTE EXACTLY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E12E5-F9E3-48AC-B8EF-3756E0B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0401300" cy="3105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5A240-F16A-41EC-A8C6-1FD88BAD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99822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99"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Prompt 9 / Q&amp;A用: Screenshot Artifactへ位置指定コメントを残す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/browser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ローカルのAI Agent Learning Hubを1440x900で開き、ページ上部からVisual Feedback用のScreenshot Artifactを1枚作成してください。ファイルはまだ変更せず、Screenshot Artifactが表示されたら停止してください。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Artifactが表示されたら、比較サマリーが他の内容へ重なる位置をクリックし、次のコメント全文を貼り付けます。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この固定比較サマリーが下のセクションを隠しています。デスクトップでは右下の非遮蔽パネル、モバイルでは通常フローへ変更し、1440x900と390x844で重なり0・横スクロール0を確認してください。ほかの機能、5製品、文言、公式動画、画像は変更しないでください。commitとpushは実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11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修正後は新しいScreenshot Artifactを作り、変更ファイル、重なり検証、維持した範囲を3行で報告してください。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D803C-3CD2-4A8F-B92C-756B78B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9FC2D4"/>
                </a:solidFill>
                <a:latin typeface="Yu Gothic UI"/>
                <a:ea typeface="Yu Gothic UI"/>
                <a:cs typeface="Yu Gothic UI"/>
              </a:defRPr>
            </a:pPr>
            <a:r>
              <a:rPr sz="900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正本: docs/demo/antigravity_workshop/PROMPT_09_VISUAL_FEEDBACK_COMMENT.txt</a:t>
            </a:r>
          </a:p>
        </p:txBody>
      </p:sp>
    </p:spTree>
    <p:extLst>
      <p:ext uri="{BB962C8B-B14F-4D97-AF65-F5344CB8AC3E}">
        <p14:creationId xmlns:p14="http://schemas.microsoft.com/office/powerpoint/2010/main" val="1079290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34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78E0-AC9B-4B44-B430-F1D29C5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RESET  |  AFTER REHEARSAL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B1BC6-9DA0-4BA9-BCB0-785859B0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0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Skillとリハーサル用Figma Slidesを片付け、準備状態へ戻します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54313-4859-4E7C-A46B-F5AE0FDF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6675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02635-6A99-47B8-A8B0-0744178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381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12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RUN AFTER REHEARSAL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5281F-6930-48FA-AD81-B583648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60960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npx skills remove frontend-design --agent antigravity -y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$root = (Resolve-Path .agents/skills).Path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$skill = Join-Path $root 'frontend-design'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if (Test-Path $skill) {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$resolved = (Resolve-Path $skill).Path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if ((Split-Path $resolved -Parent) -ne $root) { throw 'stop' 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  Remove-Item -LiteralPath $resolved -Recurse -Force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Remove-Item .\skills-lock.json -Force -ErrorAction SilentlyContinue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Figma: rehearsal fileだけをTrashへ移動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rPr sz="840">
                <a:solidFill>
                  <a:srgbClr val="FFFFFF"/>
                </a:solidFill>
                <a:latin typeface="Cascadia Mono"/>
                <a:ea typeface="Cascadia Mono"/>
                <a:cs typeface="Cascadia Mono"/>
              </a:rPr>
              <a:t>残す: team / Team project / MCP接続 / backup PPTX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A6F9D-E063-4B74-A1B9-50217D71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00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FC021-CE1F-4679-9CD3-D2D08E00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復元後の5証拠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49B9C-0793-48E9-BA0E-1C7F59B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05100"/>
            <a:ext cx="335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1  frontend-designがない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2  /grill-me と /find-skillsは残る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3  rehearsal用SlidesだけがTrash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4  公開URLが準備ページへ戻る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238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238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5  git status --short が空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1A6E3-1880-44A6-80B6-1EB8258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reset --hard / force push は使わない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35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53378-31A2-4CC2-B9A1-D8FF3613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90-SECOND RECOVERY  |  FAILBACK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6840F-9F35-4FCF-89C7-919D5CA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止まったら理由を短く伝え、完成済みのWebとSlidesで流れを続けます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4F493-0E41-4479-8F1A-F41ACE5A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67056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77A25-3AC4-4150-ABC8-DA4222DC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617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90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625C5-2991-4792-A1B1-C8048543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617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C1E84-F21C-46ED-98D3-BEDAFE95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172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45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SKILL SEARCH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既知候補frontend-designを説明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BUILD / BROWSER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完成済みWebとGREEN evidenceへ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FIGMA MCP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リハーサル済みSlides URLへ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PPTX EXPORT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backup PPTXをPowerPointで開く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PAGES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既存URLとcommit evidenceへ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D5D2D-2ED1-433D-9CD8-F9025DA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924300" cy="41338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62DA5-D356-46F7-8923-C7F39F5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39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会場でやらないこと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7AEA-0199-48E5-988B-A1516C6A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90775"/>
            <a:ext cx="339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4B3AF-42BB-42D0-9928-20E17085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3909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global Skill install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OAuth再認証 / team変更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本番repo / 本番URL変更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secretの入力・表示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retry loop / force push / reset --hard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× その場の大幅な要件変更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観客へ伝える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0">
                <a:solidFill>
                  <a:srgbClr val="E8F4F7"/>
                </a:solidFill>
                <a:latin typeface="Yu Gothic UI"/>
                <a:ea typeface="Yu Gothic UI"/>
                <a:cs typeface="Yu Gothic UI"/>
              </a:defRPr>
            </a:pPr>
            <a:r>
              <a:rPr sz="1350" b="0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『停止条件を守ることも、AIエージェント運用の一部です』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EC84F70-81E7-483D-A05C-B7DE410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EFCFE4-72CC-4F56-B292-0ABD0EB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57F3F2-468B-4313-B9C8-34696633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D4A609-0746-4210-9CBC-FB366E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2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26DB06-CFBA-484E-BE47-FAFC2AE9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"/>
            <a:ext cx="10572750" cy="6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270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rPr>
              <a:t/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AD41C3-03D5-4A39-92CE-C3B1D79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9E6CB9-BE02-475C-A9B4-0C1D31E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67475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0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MightyLINK 社内AI研修  |  Google Antigravity 2.0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9A055-2F32-45E5-9FA1-F41D133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67475"/>
            <a:ext cx="1209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defRPr>
            </a:pPr>
            <a:r>
              <a:rPr sz="825" b="1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36 / 36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52E66-5A25-4BBE-B3BC-A7F18423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defRPr>
            </a:pPr>
            <a:r>
              <a:rPr sz="9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MIGHTYLINK  |  OUTCOME CHECK  | 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05850-057E-46BA-A173-184154E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defRPr>
            </a:pPr>
            <a:r>
              <a:rPr sz="2325" b="1">
                <a:solidFill>
                  <a:srgbClr val="111111"/>
                </a:solidFill>
                <a:latin typeface="Yu Mincho"/>
                <a:ea typeface="Yu Mincho"/>
                <a:cs typeface="Yu Mincho"/>
              </a:rPr>
              <a:t>Web制作の実演で、最初に約束した3つを振り返ります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6BCE-97A6-4DE1-8A18-0E0B6061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2095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98EC6-919F-4881-AE3E-EFDEE3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F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EB03F6-60EE-4951-BF62-295CF334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A5E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5AABD-86A3-4C64-8229-05B2BFA3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説明できる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864FD-D49C-42F0-A795-D5011DB1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TEST_SPEC → RED → 実装 → GREEN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AIが会話だけで終わらない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BE8C-E819-49E1-8B81-0A3731C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2095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B2B4F-B74D-4714-B77E-2D0A6E41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CF41E-5BD2-4F4B-AF85-1B214425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F7E00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FF5A36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9E5DF5-F88B-4924-8D2B-4BBA7C1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使い分けられる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9BC4D-D168-4189-A888-0B3B3F4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Skillで仕事の型を追加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MCPでFigmaへ接続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69A38-8866-49D9-A5CC-0438B20D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2095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9D8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FAE49-5217-425D-BB63-4451FEAC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85950"/>
            <a:ext cx="3467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6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8BCF21-60E6-491F-9CEA-228E27C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F9E63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39FE1-0FB2-4EE6-B30F-33D12E5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242B"/>
                </a:solidFill>
                <a:latin typeface="Yu Gothic UI"/>
                <a:ea typeface="Yu Gothic UI"/>
                <a:cs typeface="Yu Gothic UI"/>
              </a:defRPr>
            </a:pPr>
            <a:r>
              <a:rPr sz="1650" b="1">
                <a:solidFill>
                  <a:srgbClr val="111111"/>
                </a:solidFill>
                <a:latin typeface="Yu Gothic UI"/>
                <a:ea typeface="Yu Gothic UI"/>
                <a:cs typeface="Yu Gothic UI"/>
              </a:rPr>
              <a:t>安全に任せられる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962F4-0197-40AB-8C60-E14BCFC0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3009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目的・権限・承認・停止条件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38">
                <a:solidFill>
                  <a:srgbClr val="536978"/>
                </a:solidFill>
                <a:latin typeface="Yu Gothic UI"/>
                <a:ea typeface="Yu Gothic UI"/>
                <a:cs typeface="Yu Gothic UI"/>
              </a:defRPr>
            </a:pPr>
            <a:r>
              <a:rPr sz="1238">
                <a:solidFill>
                  <a:srgbClr val="5B6063"/>
                </a:solidFill>
                <a:latin typeface="Yu Gothic UI"/>
                <a:ea typeface="Yu Gothic UI"/>
                <a:cs typeface="Yu Gothic UI"/>
              </a:rPr>
              <a:t>重要判断は人が持つ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66B05-0717-43B6-ADB2-3FE02D9B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62450"/>
            <a:ext cx="9258300" cy="106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6BA41-FC99-4EA0-924A-2702351B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10100"/>
            <a:ext cx="849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1">
                <a:solidFill>
                  <a:srgbClr val="FFFFFF"/>
                </a:solidFill>
                <a:latin typeface="Yu Gothic UI"/>
                <a:ea typeface="Yu Gothic UI"/>
                <a:cs typeface="Yu Gothic UI"/>
              </a:rPr>
              <a:t>明日の10分: 小さなWeb改善を/grill-meで問い直し、期待結果をテスト1件にする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27CD20-CE43-4E04-8B9E-5659D5CF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>
                <a:solidFill>
                  <a:srgbClr val="B9D6E4"/>
                </a:solidFill>
                <a:latin typeface="Yu Gothic UI"/>
                <a:ea typeface="Yu Gothic UI"/>
                <a:cs typeface="Yu Gothic UI"/>
              </a:defRPr>
            </a:pPr>
            <a:r>
              <a:rPr sz="1013">
                <a:solidFill>
                  <a:srgbClr val="D9EEF2"/>
                </a:solidFill>
                <a:latin typeface="Yu Gothic UI"/>
                <a:ea typeface="Yu Gothic UI"/>
                <a:cs typeface="Yu Gothic UI"/>
              </a:rPr>
              <a:t>その後はQ&amp;A。CLI / SDK / 公式動画 / Nano Banana / Visual Feedbackは質問に応じて紹介します。</a:t>
            </a:r>
          </a:p>
        </p:txBody>
      </p:sp>
    </p:spTree>
    <p:extLst>
      <p:ext uri="{BB962C8B-B14F-4D97-AF65-F5344CB8AC3E}">
        <p14:creationId xmlns:p14="http://schemas.microsoft.com/office/powerpoint/2010/main" val="1018268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2026-08-15T20:46:31.1320000Z</dcterms:created>
  <dcterms:modified xsi:type="dcterms:W3CDTF">2026-08-15T20:46:31.1320000Z</dcterms:modified>
</coreProperties>
</file>