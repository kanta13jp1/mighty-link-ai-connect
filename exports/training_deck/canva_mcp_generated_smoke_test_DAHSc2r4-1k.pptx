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Gilda Display" charset="1" panose="02000000000000000000"/>
      <p:regular r:id="rId9"/>
    </p:embeddedFont>
    <p:embeddedFont>
      <p:font typeface="HK Grotesk Light" charset="1" panose="00000400000000000000"/>
      <p:regular r:id="rId10"/>
    </p:embeddedFont>
    <p:embeddedFont>
      <p:font typeface="HK Grotesk Bold" charset="1" panose="00000800000000000000"/>
      <p:regular r:id="rId11"/>
    </p:embeddedFont>
    <p:embeddedFont>
      <p:font typeface="HK Grotesk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734675" y="666804"/>
            <a:ext cx="6886575" cy="4243083"/>
            <a:chOff x="0" y="0"/>
            <a:chExt cx="9182100" cy="565744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559068"/>
              <a:ext cx="91821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E0E0E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Antigravity 2.0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71668"/>
              <a:ext cx="91821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</a:pPr>
              <a:r>
                <a:rPr lang="en-US" sz="4200">
                  <a:solidFill>
                    <a:srgbClr val="BFBFBF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ライブデモ検証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E0E0E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2026年8月26日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87706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E0E0E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自動化ワークフロー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30537"/>
              <a:ext cx="187706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BFBFB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3つの主要なステップを解説します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5448300" cy="2838450"/>
            <a:chOff x="0" y="0"/>
            <a:chExt cx="7264400" cy="3784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BFBFB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ステップ 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55700"/>
              <a:ext cx="7264400" cy="262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 strike="noStrike" u="none">
                  <a:solidFill>
                    <a:srgbClr val="E0E0E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自然言語を用いて、Webサイトの要件定義と実装を行います。これにより、プロジェクトの初期段階を効率化します。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19850" y="5143500"/>
            <a:ext cx="5448300" cy="3333750"/>
            <a:chOff x="0" y="0"/>
            <a:chExt cx="7264400" cy="44450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BFBFB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ステップ 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55700"/>
              <a:ext cx="7264400" cy="328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 strike="noStrike" u="none">
                  <a:solidFill>
                    <a:srgbClr val="E0E0E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Browser Agentを活用し、レスポンシブデザインの検証を実施します。これにより、ユーザーエクスペリエンスの向上が図れます。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72950" y="5143500"/>
            <a:ext cx="5448300" cy="2838450"/>
            <a:chOff x="0" y="0"/>
            <a:chExt cx="7264400" cy="37846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BFBFB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ステップ 3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55700"/>
              <a:ext cx="7264400" cy="262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 strike="noStrike" u="none">
                  <a:solidFill>
                    <a:srgbClr val="E0E0E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Canva MCP経由でのプレゼンテーション連携を行います。これにより、データが簡単に共有・編集可能になります。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931047">
            <a:off x="13238956" y="6273814"/>
            <a:ext cx="12130788" cy="11424996"/>
          </a:xfrm>
          <a:custGeom>
            <a:avLst/>
            <a:gdLst/>
            <a:ahLst/>
            <a:cxnLst/>
            <a:rect r="r" b="b" t="t" l="l"/>
            <a:pathLst>
              <a:path h="11424996" w="12130788">
                <a:moveTo>
                  <a:pt x="0" y="0"/>
                </a:moveTo>
                <a:lnTo>
                  <a:pt x="12130787" y="0"/>
                </a:lnTo>
                <a:lnTo>
                  <a:pt x="12130787" y="11424997"/>
                </a:lnTo>
                <a:lnTo>
                  <a:pt x="0" y="11424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88422" y="6038850"/>
            <a:ext cx="5426628" cy="3581400"/>
            <a:chOff x="0" y="0"/>
            <a:chExt cx="1624600" cy="1072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4600" cy="1072184"/>
            </a:xfrm>
            <a:custGeom>
              <a:avLst/>
              <a:gdLst/>
              <a:ahLst/>
              <a:cxnLst/>
              <a:rect r="r" b="b" t="t" l="l"/>
              <a:pathLst>
                <a:path h="1072184" w="1624600">
                  <a:moveTo>
                    <a:pt x="57066" y="0"/>
                  </a:moveTo>
                  <a:lnTo>
                    <a:pt x="1567534" y="0"/>
                  </a:lnTo>
                  <a:cubicBezTo>
                    <a:pt x="1582669" y="0"/>
                    <a:pt x="1597184" y="6012"/>
                    <a:pt x="1607886" y="16714"/>
                  </a:cubicBezTo>
                  <a:cubicBezTo>
                    <a:pt x="1618588" y="27416"/>
                    <a:pt x="1624600" y="41931"/>
                    <a:pt x="1624600" y="57066"/>
                  </a:cubicBezTo>
                  <a:lnTo>
                    <a:pt x="1624600" y="1015118"/>
                  </a:lnTo>
                  <a:cubicBezTo>
                    <a:pt x="1624600" y="1030253"/>
                    <a:pt x="1618588" y="1044768"/>
                    <a:pt x="1607886" y="1055470"/>
                  </a:cubicBezTo>
                  <a:cubicBezTo>
                    <a:pt x="1597184" y="1066172"/>
                    <a:pt x="1582669" y="1072184"/>
                    <a:pt x="1567534" y="1072184"/>
                  </a:cubicBezTo>
                  <a:lnTo>
                    <a:pt x="57066" y="1072184"/>
                  </a:lnTo>
                  <a:cubicBezTo>
                    <a:pt x="25549" y="1072184"/>
                    <a:pt x="0" y="1046635"/>
                    <a:pt x="0" y="1015118"/>
                  </a:cubicBezTo>
                  <a:lnTo>
                    <a:pt x="0" y="57066"/>
                  </a:lnTo>
                  <a:cubicBezTo>
                    <a:pt x="0" y="25549"/>
                    <a:pt x="25549" y="0"/>
                    <a:pt x="57066" y="0"/>
                  </a:cubicBezTo>
                  <a:close/>
                </a:path>
              </a:pathLst>
            </a:custGeom>
            <a:blipFill>
              <a:blip r:embed="rId4"/>
              <a:stretch>
                <a:fillRect l="-283" t="0" r="-283" b="0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419850" y="6038850"/>
            <a:ext cx="5448300" cy="3581400"/>
            <a:chOff x="0" y="0"/>
            <a:chExt cx="1631088" cy="10721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1088" cy="1072184"/>
            </a:xfrm>
            <a:custGeom>
              <a:avLst/>
              <a:gdLst/>
              <a:ahLst/>
              <a:cxnLst/>
              <a:rect r="r" b="b" t="t" l="l"/>
              <a:pathLst>
                <a:path h="1072184" w="1631088">
                  <a:moveTo>
                    <a:pt x="56839" y="0"/>
                  </a:moveTo>
                  <a:lnTo>
                    <a:pt x="1574249" y="0"/>
                  </a:lnTo>
                  <a:cubicBezTo>
                    <a:pt x="1605641" y="0"/>
                    <a:pt x="1631088" y="25448"/>
                    <a:pt x="1631088" y="56839"/>
                  </a:cubicBezTo>
                  <a:lnTo>
                    <a:pt x="1631088" y="1015345"/>
                  </a:lnTo>
                  <a:cubicBezTo>
                    <a:pt x="1631088" y="1046736"/>
                    <a:pt x="1605641" y="1072184"/>
                    <a:pt x="1574249" y="1072184"/>
                  </a:cubicBezTo>
                  <a:lnTo>
                    <a:pt x="56839" y="1072184"/>
                  </a:lnTo>
                  <a:cubicBezTo>
                    <a:pt x="25448" y="1072184"/>
                    <a:pt x="0" y="1046736"/>
                    <a:pt x="0" y="101534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blipFill>
              <a:blip r:embed="rId5"/>
              <a:stretch>
                <a:fillRect l="-83" t="0" r="-83" b="0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172950" y="6038850"/>
            <a:ext cx="5448300" cy="3581400"/>
            <a:chOff x="0" y="0"/>
            <a:chExt cx="1631088" cy="1072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31088" cy="1072184"/>
            </a:xfrm>
            <a:custGeom>
              <a:avLst/>
              <a:gdLst/>
              <a:ahLst/>
              <a:cxnLst/>
              <a:rect r="r" b="b" t="t" l="l"/>
              <a:pathLst>
                <a:path h="1072184" w="1631088">
                  <a:moveTo>
                    <a:pt x="56839" y="0"/>
                  </a:moveTo>
                  <a:lnTo>
                    <a:pt x="1574249" y="0"/>
                  </a:lnTo>
                  <a:cubicBezTo>
                    <a:pt x="1605641" y="0"/>
                    <a:pt x="1631088" y="25448"/>
                    <a:pt x="1631088" y="56839"/>
                  </a:cubicBezTo>
                  <a:lnTo>
                    <a:pt x="1631088" y="1015345"/>
                  </a:lnTo>
                  <a:cubicBezTo>
                    <a:pt x="1631088" y="1046736"/>
                    <a:pt x="1605641" y="1072184"/>
                    <a:pt x="1574249" y="1072184"/>
                  </a:cubicBezTo>
                  <a:lnTo>
                    <a:pt x="56839" y="1072184"/>
                  </a:lnTo>
                  <a:cubicBezTo>
                    <a:pt x="25448" y="1072184"/>
                    <a:pt x="0" y="1046736"/>
                    <a:pt x="0" y="101534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blipFill>
              <a:blip r:embed="rId6"/>
              <a:stretch>
                <a:fillRect l="-83" t="0" r="-83" b="0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88422" y="666750"/>
            <a:ext cx="15799353" cy="3143250"/>
            <a:chOff x="0" y="0"/>
            <a:chExt cx="21065804" cy="41910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3543300"/>
              <a:ext cx="2106580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E0E0E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このセクションでは、成果物とそれらをどのように活用できるかを紹介します。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71450"/>
              <a:ext cx="21065804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E0E0E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成果物の概要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378075"/>
              <a:ext cx="21065804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BFBFB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自動化されたデリバリーと利点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プレゼンテーション - Antigravity 2.0</dc:description>
  <dc:identifier>DAHSc2r4-1k</dc:identifier>
  <dcterms:modified xsi:type="dcterms:W3CDTF">2011-08-01T06:04:30Z</dcterms:modified>
  <cp:revision>1</cp:revision>
  <dc:title>プレゼンテーション - Antigravity 2.0</dc:title>
</cp:coreProperties>
</file>