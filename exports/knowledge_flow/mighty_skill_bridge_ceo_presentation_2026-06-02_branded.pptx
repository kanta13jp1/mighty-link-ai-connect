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47120" cy="32004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09728" cy="32004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MIGHTY SKILL-BRIDGE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1F5FF"/>
                </a:solidFill>
                <a:latin typeface="Yu Gothic UI"/>
              </a:rPr>
              <a:t>CEO Brief 2026-06-02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9FF14"/>
                </a:solidFill>
                <a:latin typeface="Yu Gothic UI"/>
              </a:rPr>
              <a:t>方針決定 + 優先順位 + 次アクション — 90 分で握る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5CAE0"/>
                </a:solidFill>
                <a:latin typeface="Yu Gothic UI"/>
              </a:rPr>
              <a:t>人とビジネスとテクノロジーを力強く繋ぐ — Mighty-Link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8399"/>
                </a:solidFill>
                <a:latin typeface="Consolas"/>
              </a:rPr>
              <a:t>Generated · 2026-05-23 · python-pptx · 8 slides · Workspace owned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CEO Brief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本日決めたいこと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方針・優先順位・次アクションの決定 — 90 分想定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実際の企画・サービス内容の最終決定ではなく、今後の方向性と優先順位を決める場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現在までのプロトタイプと開発基盤の「実際にやった状態」を共有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決定事項を打ち合わせ直後に WBS / Sheets / Calendar へ即時反映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本日のアジェンダ短文 (PRESHARE_MEMO 当日アジェンダ)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社長への質問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本日のゴールとして「方針決定と次回アクションの明確化」を設定してよろしいでしょうか?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2026-06-02 CEO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現在の到達点と公開デモ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Seedance シネマティック UI 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縦統合型シネマティックダッシュボードへ刷新、Seedance API 生成ブランドループ動画 + 非同期下部動画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動画生成の非同期 polling + 外部 API 課金ガード (/admin ダッシュボード)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AI 制限時 deterministic fallback + Public Demo Guard + Favicon / Chrome DevTools 対応完了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LIVE DEMO</a:t>
            </a:r>
          </a:p>
        </p:txBody>
      </p:sp>
      <p:pic>
        <p:nvPicPr>
          <p:cNvPr id="16" name="Picture 15" descr="public_demo_hero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1920240"/>
            <a:ext cx="3383279" cy="2788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8159" y="475488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5CAE0"/>
                </a:solidFill>
                <a:latin typeface="Consolas"/>
              </a:rPr>
              <a:t>https://kanta13jp1.github.io/mighty-link-ai-connect/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627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社長への質問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最初の対象業務 (採用 / 営業 / SES 案件配属) のどれを最優先にしますか?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2026-06-02 CEO Brief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Google Workspace で進捗が回る基盤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5 タブ Sheets + 完了済自動削除 Calendar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WBS / Summary / Gantt 風 Timeline / 課題管理表 / QA 表 の計 5 タブを一括自動同期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Google Calendar は 完了済イベントを自動削除 し未完了タスクだけが視覚的に残る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OAuth アカウント検証 (k-umezawa@ml-mightylink.com) でセキュアな API 連携を固定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Sheets ID 1L99HCBHr4IsVUWqnUuG6OgoUmxEQUdfaYQim1n6etB8 · Calendar Mighty Skill-Bridge 開発計画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社長への質問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Google Workspace 連携は社内運用のみか、顧客提供価値の一部とするか?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2026-06-02 CEO Brief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開発ナレッジ連携の実績とデモ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NotebookLM / Notion / GitHub / Slack / Obsidian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NotebookLM で資料要約 + 本プレゼンの構成案・PPTX 自動生成 (Drive 共有済)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Notion 証跡ページ + GitHub Issues #1-#18 でタスク管理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Slack 投稿案 + Obsidian vault 雛形の連携成果物生成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PPTX (Drive): https://docs.google.com/presentation/d/1XGHnQHBpJyyhh_Y3I2lq2UThPRC-2dcL    Notion: 3671d736b9db818aaa33da0a5f1a3951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社長への質問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NotebookLM / Slack / Notion / Obsidian のうち、6/2 以降の正式採用優先順位は?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2026-06-02 CEO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サービス方向性の選択肢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A / B / C のどれを育てるか (即決困難なら D: 保留可)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方向性 A: AI フィット診断支援 — 営業 / 人材担当 / エンジニア向け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方向性 B: Workspace 連携型 PM 支援 — 経営 / PM / 現場責任者向け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方向性 C: AI PoC 高速構築支援 — 新規事業 / 営業企画 / 開発責任者向け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判断マトリクス: docs/CEO_PRESENTATION_DECISION_PACK_2026-06-02.md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社長への質問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このプロトタイプを何のサービスとして育て、最初に見せる相手は社内 / 既存顧客 / 見込み顧客のどれにしますか?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2026-06-02 CEO Brief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運用・リスクの論点と公開範囲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セキュリティ / 個人情報 / 共有範囲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FF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3366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3366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公開 URL の許容範囲 (社長共有 / 社内 / 既存顧客 / 外部) と認証層追加の要否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3366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個人情報 (経歴書等) の取り扱いと法務確認の時期 (方向性 A 選択時)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3366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Slack / Notion へ流す情報の共有範囲と権限マトリクス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リスク登録: data/issues_tracker.tsv (R9 個人情報, R10 公開 URL, R11 月額コスト)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社長への質問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公開 URL は社長共有 / 社内 / 外部公開のどこまで許容しますか? 法務確認時期は?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2026-06-02 CEO 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6/2 以降の優先開発機能と体制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最初の 2 週間で何を作るか + 3-tool 体制コスト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最優先機能 (スコア根拠強化 / 案件ストック管理 / WBS 内製化 等) を 1 つ決定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3-tool 並走 (Antigravity / Codex / Claude Code) の API 月額コスト上限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寛太の関与度 + 顧客 3 社同時パイロット時の追加採用シナリオ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Phase 7 ロードマップ枠: docs/CEO_PRESENTATION_POST_DECISION_ROADMAP_2026-06-02.md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社長への質問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最優先機能はどれにしますか? 開発用 AI の月額コスト上限は ¥10,000 / ¥30,000 / ¥50,000 のどれ?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2026-06-02 CEO Brief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次アクションと WBS への即時反映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議事録 → Phase 7 WBS / Calendar / 課題管理表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本日の決定事項 + 保留事項の整理 (議事録テンプレに即記入)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Phase 7 WBS / Calendar / 課題管理表 / NotebookLM への即時反映を Codex レーンが実行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次回レビュー日の設定 (推奨: 6/16 隔週 30 分定例化)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議事録テンプレ: CEO_PRESENTATION_DECISION_PACK · Notion CSV: notion_decision_log.csv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社長への質問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未決定で保留にしてよい事項は? 次回 (6/16 想定) で定例レビューにしてよいですか?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2026-06-02 CEO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