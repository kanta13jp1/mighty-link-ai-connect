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355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158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Project: Project #1 operational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sync: scripts/sync_wbs_to_github.py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