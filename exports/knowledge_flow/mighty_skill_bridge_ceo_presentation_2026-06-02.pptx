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56932988-812c-412e-94f4-4878953d20a1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56932988-812c-412e-94f4-4878953d20a1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240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56932988-812c-412e-94f4-4878953d20a1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82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56932988-812c-412e-94f4-4878953d20a1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56932988-812c-412e-94f4-4878953d20a1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56932988-812c-412e-94f4-4878953d20a1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56932988-812c-412e-94f4-4878953d20a1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56932988-812c-412e-94f4-4878953d20a1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56932988-812c-412e-94f4-4878953d20a1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