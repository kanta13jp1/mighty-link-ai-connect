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a235db10-d2c5-4ee3-9621-89efbb59e74c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a235db10-d2c5-4ee3-9621-89efbb59e74c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139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a235db10-d2c5-4ee3-9621-89efbb59e74c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32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a235db10-d2c5-4ee3-9621-89efbb59e74c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a235db10-d2c5-4ee3-9621-89efbb59e74c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a235db10-d2c5-4ee3-9621-89efbb59e74c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a235db10-d2c5-4ee3-9621-89efbb59e74c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a235db10-d2c5-4ee3-9621-89efbb59e74c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CLI未検出、送信MCP未露出。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投稿先と共有範囲をIssue #2で管理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read:project / project scope不足。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Issue #8でOAuth復旧後に配置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 check: gh project list -&gt; missing read:project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check: local slack CLI not found; connector send tool not exposed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#8 / #2で残課題化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a235db10-d2c5-4ee3-9621-89efbb59e74c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tracking: GitHub Issues #1-#11/#13/#14/#16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