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6/2 CEO Decision Meeting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本日決めたいこと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01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417320"/>
            <a:ext cx="1069848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800" b="0">
                <a:solidFill>
                  <a:srgbClr val="5B6978"/>
                </a:solidFill>
                <a:latin typeface="Yu Gothic"/>
              </a:rPr>
              <a:t>企画を決め打ちする場ではなく、次の開発の向きと優先順位を決める場です。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148840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サービス方向性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A/B/Cのどれを最初に育てるか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2148840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4候補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公式化する連携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NotebookLM / Slack / Notion / Obsidian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2148840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295144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即時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788920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打合せ後の反映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308152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WBS / Calendar / Issues / Docs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977639"/>
            <a:ext cx="1028700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公開URLで動くデモと、Google Workspace同期の到達点を確認する。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NotebookLMが生成した論点を材料に、社長への質問を短く整理する。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未決事項は未決のまま残し、6/2後にWBSへ差し替える受け皿を用意する。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CEO slide 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PPTX: exports/knowledge_flow/mighty_skill_bridge_ceo_presentation_2026-06-02.pptx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Prototype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現在の到達点と公開デモ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02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389888"/>
            <a:ext cx="10698480" cy="34747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700" b="0">
                <a:solidFill>
                  <a:srgbClr val="5B6978"/>
                </a:solidFill>
                <a:latin typeface="Yu Gothic"/>
              </a:rPr>
              <a:t>社長に見せる公開URLは、UIデグレを防ぐガードを通して維持します。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938528"/>
            <a:ext cx="3246120" cy="129844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PASS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97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Public Demo Guard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公開URLのREADME fallbackを検知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34840" y="1938528"/>
            <a:ext cx="3246120" cy="129844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7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LIVE/MOCK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5429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AI fallback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429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Gemini quota中も停止しない構成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38160" y="1938528"/>
            <a:ext cx="3246120" cy="129844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39328" y="2084832"/>
            <a:ext cx="2834640" cy="42062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400" b="1">
                <a:solidFill>
                  <a:srgbClr val="10489A"/>
                </a:solidFill>
                <a:latin typeface="Yu Gothic"/>
              </a:rPr>
              <a:t>225 tasks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57616" y="2578608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200" b="1">
                <a:solidFill>
                  <a:srgbClr val="19222D"/>
                </a:solidFill>
                <a:latin typeface="Yu Gothic"/>
              </a:rPr>
              <a:t>WBS sync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871216"/>
            <a:ext cx="2788920" cy="25603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0">
                <a:solidFill>
                  <a:srgbClr val="5B6978"/>
                </a:solidFill>
                <a:latin typeface="Yu Gothic"/>
              </a:rPr>
              <a:t>Sheets / Calendarへ同期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3794760"/>
            <a:ext cx="10241280" cy="896112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経歴書・案件票から4軸フィット診断へ進むUIを維持。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Gemini制限中はdeterministic fallbackとCodexで開発を継続。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公開URLは社長共有済みのため、push前後のPublic Demo Guardを必須化。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Public URL: https://kanta13jp1.github.io/mighty-link-ai-connect/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Guard script: scripts/verify_public_demo.py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Quota-safe flow: docs/CODEX_CONTINUATION_NOTES.md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Google Workspace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Google Workspaceで進捗が回る基盤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03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Codex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実装・文書・WBS更新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80944" y="2011680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127248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WBS.tsv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45536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日程と状態の主ソース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12080" y="2011680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58384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Sheets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76672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CATS型WBS / Summary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43216" y="2011680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89520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07808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開発予定を同期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74352" y="2011680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20656" y="217627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 / Drive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838944" y="248716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NotebookLM投入資料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78608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9744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72016" y="2267712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3730752"/>
            <a:ext cx="996696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OAuth実行アカウントは k-umezawa@ml-mightylink.com に固定。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WBSはGoogle Sheetsへ、主要予定はCalendarへ同期。</a:t>
            </a:r>
          </a:p>
          <a:p>
            <a:pPr>
              <a:spcAft>
                <a:spcPts val="800"/>
              </a:spcAft>
              <a:defRPr sz="1600">
                <a:solidFill>
                  <a:srgbClr val="19222D"/>
                </a:solidFill>
                <a:latin typeface="Yu Gothic"/>
              </a:defRPr>
            </a:pPr>
            <a:r>
              <a:t>docs配下はGoogle Docs化し、NotebookLM sourceとして再利用。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Workspace account: k-umezawa@ml-mightylink.com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sources ready: 65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Spreadsheet ID: 1L99HCBHr4IsVUWqnUuG6OgoUmxEQUdfaYQim1n6etB8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Knowledge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開発ナレッジ連携の実績とデモ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04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74519"/>
            <a:ext cx="2450592" cy="2487168"/>
          </a:xfrm>
          <a:prstGeom prst="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14400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87552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NotebookLM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22 source ready
Agent Brief / CEO outline取得済み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9584" y="1874519"/>
            <a:ext cx="2450592" cy="2487168"/>
          </a:xfrm>
          <a:prstGeom prst="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30752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03904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権限確認待ち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30752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0752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投稿案生成済み
CLI/MCP送信ツールは未露出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45936" y="1874519"/>
            <a:ext cx="2450592" cy="2487168"/>
          </a:xfrm>
          <a:prstGeom prst="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547104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0256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MCP実行済み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47104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Notion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47104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証跡ページ作成
意思決定DB候補を管理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162288" y="1874519"/>
            <a:ext cx="2450592" cy="24871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363456" y="2084831"/>
            <a:ext cx="1234440" cy="34747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436608" y="2135124"/>
            <a:ext cx="1088136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完了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63456" y="2578608"/>
            <a:ext cx="201168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600" b="1">
                <a:solidFill>
                  <a:srgbClr val="19222D"/>
                </a:solidFill>
                <a:latin typeface="Yu Gothic"/>
              </a:rPr>
              <a:t>Obsidian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63456" y="3063240"/>
            <a:ext cx="1993392" cy="65836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5B6978"/>
                </a:solidFill>
                <a:latin typeface="Yu Gothic"/>
              </a:rPr>
              <a:t>ローカルvault生成
ADR / Prompt / Meeting導線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" y="4572000"/>
            <a:ext cx="10332720" cy="60350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NotebookLMはプレゼンの草案作成に使い、AIエージェントの開発入力にもする。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Slackは投稿先と共有範囲の社長確認後に実送信へ進める。</a:t>
            </a:r>
          </a:p>
          <a:p>
            <a:pPr>
              <a:spcAft>
                <a:spcPts val="800"/>
              </a:spcAft>
              <a:defRPr sz="1400">
                <a:solidFill>
                  <a:srgbClr val="19222D"/>
                </a:solidFill>
                <a:latin typeface="Yu Gothic"/>
              </a:defRPr>
            </a:pPr>
            <a:r>
              <a:t>Notionは議事録・意思決定・バックログの公式台帳候補、Obsidianはローカル思考メモ候補。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0352" y="541324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9808" y="5577840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41264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Notion evidence page: https://www.notion.so/3671d736b9db818aaa33da0a5f1a3951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draft: exports/knowledge_flow/slack_ceo_update.md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Obsidian vault: exports/knowledge_flow/obsidian_vault/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NotebookLM to PPTX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NotebookLMからPPTXへ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05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1874519"/>
            <a:ext cx="2103120" cy="914400"/>
          </a:xfrm>
          <a:prstGeom prst="round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docs/ + WBS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公式手順・WBSを同期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611880" y="1874519"/>
            <a:ext cx="2103120" cy="914400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5818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Google Docs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Workspace所有で22件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7959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09360" y="1874519"/>
            <a:ext cx="2103120" cy="914400"/>
          </a:xfrm>
          <a:prstGeom prst="roundRect">
            <a:avLst/>
          </a:prstGeom>
          <a:solidFill>
            <a:srgbClr val="E2F6EE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5566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NotebookLM CLI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7395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要約・QA・8枚構成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77072" y="2139696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06840" y="1874519"/>
            <a:ext cx="2103120" cy="914400"/>
          </a:xfrm>
          <a:prstGeom prst="roundRect">
            <a:avLst/>
          </a:prstGeom>
          <a:solidFill>
            <a:srgbClr val="FFF4DA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53144" y="2039112"/>
            <a:ext cx="1783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300" b="1">
                <a:solidFill>
                  <a:srgbClr val="19222D"/>
                </a:solidFill>
                <a:latin typeface="Yu Gothic"/>
              </a:rPr>
              <a:t>PowerPoint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71432" y="2350008"/>
            <a:ext cx="17373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社長説明用PPTX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3520440"/>
            <a:ext cx="9875520" cy="84124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NotebookLM CLIで取得したCEO Slide Outlineを、説明用PPTXのストーリー骨子に反映。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PPTXは編集可能なPowerPointファイルとしてexports配下に保存し、Driveにもアップロード対象化。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artifact-tool runtimeはこのWindowsシェルで解決できないため、PPTX組版はpython-pptxで代替。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NotebookLM notebook: 2c7c4a2d-2731-4c8f-8136-4c41daa7b7b3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Outline: exports/knowledge_flow/notebooklm_ceo_slide_outline.md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Generator: scripts/generate_ceo_presentation_deck.py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Decision Matrix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サービス方向性の選択肢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06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A. AIフィット診断支援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82496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営業 / 人材担当 / エンジニア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82496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採用・SES・案件配属の効率化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112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82496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デモの診断体験を磨く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70832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B. Workspace連携型PM支援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58384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経営 / PM / 現場責任者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58384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進捗・報告・予定同期の高速化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WBS/Calendar同期を商品化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3429000" cy="2331720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47888" y="2011680"/>
            <a:ext cx="2971800" cy="292608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500" b="1">
                <a:solidFill>
                  <a:srgbClr val="10489A"/>
                </a:solidFill>
                <a:latin typeface="Yu Gothic"/>
              </a:rPr>
              <a:t>C. AI PoC高速構築支援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47888" y="24871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想定対象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34272" y="2459736"/>
            <a:ext cx="2011680" cy="27432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新規事業 / 企画 / 開発責任者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47888" y="294436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価値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34272" y="2880360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検証回数と提案速度を増やす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7888" y="3584448"/>
            <a:ext cx="822960" cy="21031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5B6978"/>
                </a:solidFill>
                <a:latin typeface="Yu Gothic"/>
              </a:rPr>
              <a:t>初手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34272" y="3529584"/>
            <a:ext cx="2148840" cy="4114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0">
                <a:solidFill>
                  <a:srgbClr val="19222D"/>
                </a:solidFill>
                <a:latin typeface="Yu Gothic"/>
              </a:rPr>
              <a:t>NotebookLM/Docs連携を型化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" y="4526280"/>
            <a:ext cx="10241280" cy="457200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6/2では最初の適用業務と最初に見せる相手を決める。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正式企画は決め打ちせず、社長判断後にWBSとロードマップへ反映する。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Decision pack: docs/CEO_PRESENTATION_DECISION_PACK_2026-06-02.md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 tasks: T605 / T611 / T623 / T615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Risks and Boundaries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運用・リスク論点と未完了項目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07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1664208"/>
            <a:ext cx="10881360" cy="420624"/>
          </a:xfrm>
          <a:prstGeom prst="rect">
            <a:avLst/>
          </a:prstGeom>
          <a:solidFill>
            <a:srgbClr val="10489A"/>
          </a:solidFill>
          <a:ln w="12700">
            <a:solidFill>
              <a:srgbClr val="10489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77824" y="1764792"/>
            <a:ext cx="128016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論点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現状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4848" y="1764792"/>
            <a:ext cx="4114800" cy="164592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Yu Gothic"/>
              </a:rPr>
              <a:t>次の扱い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2167128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77824" y="2304288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公開URL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社長共有済み。UIデグレは許容しない。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84848" y="2276856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Public Demo Guardをpush前後で実行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2825496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77824" y="2962656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Slack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CLI未検出、送信MCP未露出。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84848" y="2935224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投稿先と共有範囲をIssue #2で管理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3483864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77824" y="3621024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GitHub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read:project / project scope不足。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3593592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Issue #8でOAuth復旧後に配置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4142232"/>
            <a:ext cx="10881360" cy="56692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7824" y="4279392"/>
            <a:ext cx="1234440" cy="18288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100" b="1">
                <a:solidFill>
                  <a:srgbClr val="19222D"/>
                </a:solidFill>
                <a:latin typeface="Yu Gothic"/>
              </a:rPr>
              <a:t>外部投入情報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5B6978"/>
                </a:solidFill>
                <a:latin typeface="Yu Gothic"/>
              </a:rPr>
              <a:t>認証情報・個人情報・未承認顧客情報は投入禁止。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84848" y="4251960"/>
            <a:ext cx="4069080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0">
                <a:solidFill>
                  <a:srgbClr val="19222D"/>
                </a:solidFill>
                <a:latin typeface="Yu Gothic"/>
              </a:rPr>
              <a:t>docs/とWBSに安全ルールを明記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GitHub Project check: gh project list -&gt; missing read:project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Slack check: local slack CLI not found; connector send tool not exposed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#8 / #2で残課題化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1A73E8"/>
          </a:solidFill>
          <a:ln w="12700">
            <a:solidFill>
              <a:srgbClr val="1A73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34747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900" b="1">
                <a:solidFill>
                  <a:srgbClr val="1A73E8"/>
                </a:solidFill>
                <a:latin typeface="Yu Gothic"/>
              </a:rPr>
              <a:t>Next 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21792"/>
            <a:ext cx="10789920" cy="6766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2800" b="1">
                <a:solidFill>
                  <a:srgbClr val="19222D"/>
                </a:solidFill>
                <a:latin typeface="Yu Gothic"/>
              </a:rPr>
              <a:t>次アクションとWBSへの即時反映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10528"/>
            <a:ext cx="841248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800" b="0">
                <a:solidFill>
                  <a:srgbClr val="5B6978"/>
                </a:solidFill>
                <a:latin typeface="Yu Gothic"/>
              </a:rPr>
              <a:t>08 / 08   NotebookLM CLI outline / notebook 2c7c4a2d-2731-4c8f-8136-4c41daa7b7b3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509760" y="6510528"/>
            <a:ext cx="210312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r"/>
            <a:r>
              <a:rPr sz="800" b="0">
                <a:solidFill>
                  <a:srgbClr val="5B6978"/>
                </a:solidFill>
                <a:latin typeface="Yu Gothic"/>
              </a:rPr>
              <a:t>Mighty Skill-Bridge / CEO meeting prep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987552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PPTX生成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NotebookLM outlineをPowerPoint化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15184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017520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3255263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28415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5/24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36976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権限確認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Slack / GitHub Projectの復旧確認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882896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85232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522976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96128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5/30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04688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判断材料レビュー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68112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社長説明資料の最終確認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50608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52944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7790688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863840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最終リハーサル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35823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公開URL / WBS / Calendar / 資料確認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18320" y="2487168"/>
            <a:ext cx="320040" cy="36576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2000" b="1">
                <a:solidFill>
                  <a:srgbClr val="1A73E8"/>
                </a:solidFill>
                <a:latin typeface="Yu Gothic"/>
              </a:rPr>
              <a:t>→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20656" y="1874519"/>
            <a:ext cx="1828800" cy="1572768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10058400" y="2057400"/>
            <a:ext cx="713232" cy="347472"/>
          </a:xfrm>
          <a:prstGeom prst="roundRect">
            <a:avLst/>
          </a:prstGeom>
          <a:solidFill>
            <a:srgbClr val="E6F2FF"/>
          </a:solidFill>
          <a:ln w="12700">
            <a:solidFill>
              <a:srgbClr val="E6F2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31552" y="2107692"/>
            <a:ext cx="566928" cy="21945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000" b="1">
                <a:solidFill>
                  <a:srgbClr val="10489A"/>
                </a:solidFill>
                <a:latin typeface="Yu Gothic"/>
              </a:rPr>
              <a:t>6/2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2523744"/>
            <a:ext cx="1371600" cy="237744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1200" b="1">
                <a:solidFill>
                  <a:srgbClr val="19222D"/>
                </a:solidFill>
                <a:latin typeface="Yu Gothic"/>
              </a:rPr>
              <a:t>社長判断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003536" y="2871216"/>
            <a:ext cx="1444752" cy="310896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ctr"/>
            <a:r>
              <a:rPr sz="800" b="0">
                <a:solidFill>
                  <a:srgbClr val="5B6978"/>
                </a:solidFill>
                <a:latin typeface="Yu Gothic"/>
              </a:rPr>
              <a:t>決定事項をWBSへ即時反映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1248" y="3977639"/>
            <a:ext cx="10287000" cy="749808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社長に決めてもらうこと: 最初の業務課題、最初の利用者、公式化する連携、公開範囲。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決定直後にやること: WBS・Calendar・Issues・Docsへ反映し、次回レビュー日を固定。</a:t>
            </a:r>
          </a:p>
          <a:p>
            <a:pPr>
              <a:spcAft>
                <a:spcPts val="800"/>
              </a:spcAft>
              <a:defRPr sz="1500">
                <a:solidFill>
                  <a:srgbClr val="19222D"/>
                </a:solidFill>
                <a:latin typeface="Yu Gothic"/>
              </a:defRPr>
            </a:pPr>
            <a:r>
              <a:t>保留にすること: サービス名、課金、外部共有範囲、Slack/Notionの正式運用範囲。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30352" y="5230368"/>
            <a:ext cx="11137392" cy="1078992"/>
          </a:xfrm>
          <a:prstGeom prst="rect">
            <a:avLst/>
          </a:prstGeom>
          <a:solidFill>
            <a:srgbClr val="F7FAFD"/>
          </a:solidFill>
          <a:ln w="12700">
            <a:solidFill>
              <a:srgbClr val="D9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49808" y="5394959"/>
            <a:ext cx="1280160" cy="228600"/>
          </a:xfrm>
          <a:prstGeom prst="rect">
            <a:avLst/>
          </a:prstGeom>
          <a:noFill/>
        </p:spPr>
        <p:txBody>
          <a:bodyPr wrap="square" anchor="t" lIns="54864" rIns="54864" tIns="54864" bIns="54864">
            <a:spAutoFit/>
          </a:bodyPr>
          <a:lstStyle/>
          <a:p>
            <a:pPr algn="l"/>
            <a:r>
              <a:rPr sz="1000" b="1">
                <a:solidFill>
                  <a:srgbClr val="1A73E8"/>
                </a:solidFill>
                <a:latin typeface="Yu Gothic"/>
              </a:rPr>
              <a:t>見せる証跡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19" y="5358383"/>
            <a:ext cx="9464040" cy="786384"/>
          </a:xfrm>
          <a:prstGeom prst="rect">
            <a:avLst/>
          </a:prstGeom>
          <a:noFill/>
        </p:spPr>
        <p:txBody>
          <a:bodyPr wrap="square" lIns="73152" rIns="73152" tIns="27432" bIns="27432">
            <a:spAutoFit/>
          </a:bodyPr>
          <a:lstStyle/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WBS: data/WBS.tsv / docs/WBS.md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Calendar sync: scripts/sync_wbs_to_calendar.py</a:t>
            </a:r>
          </a:p>
          <a:p>
            <a:pPr>
              <a:spcAft>
                <a:spcPts val="800"/>
              </a:spcAft>
              <a:defRPr sz="1100">
                <a:solidFill>
                  <a:srgbClr val="19222D"/>
                </a:solidFill>
                <a:latin typeface="Yu Gothic"/>
              </a:defRPr>
            </a:pPr>
            <a:r>
              <a:t>Issue tracking: GitHub Issues #1-#11/#13/#14/#16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