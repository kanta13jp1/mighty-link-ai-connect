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82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22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75521ea6-6b9b-47b2-9508-50050d8ab2d5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