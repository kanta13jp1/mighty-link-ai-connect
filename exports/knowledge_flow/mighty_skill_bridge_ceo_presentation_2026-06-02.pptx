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139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35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a235db10-d2c5-4ee3-9621-89efbb59e74c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