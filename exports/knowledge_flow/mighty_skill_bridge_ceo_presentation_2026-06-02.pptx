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fd58e18d-1c62-43c7-9425-0e708879ec25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fd58e18d-1c62-43c7-9425-0e708879ec25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fd58e18d-1c62-43c7-9425-0e708879ec25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fd58e18d-1c62-43c7-9425-0e708879ec25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fd58e18d-1c62-43c7-9425-0e708879ec25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fd58e18d-1c62-43c7-9425-0e708879ec25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fd58e18d-1c62-43c7-9425-0e708879ec25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fd58e18d-1c62-43c7-9425-0e708879ec25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fd58e18d-1c62-43c7-9425-0e708879ec25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