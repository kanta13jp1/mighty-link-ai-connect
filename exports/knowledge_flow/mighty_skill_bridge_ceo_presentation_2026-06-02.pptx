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cd44c4ef-4c46-40b5-ace3-1b6904d29591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cd44c4ef-4c46-40b5-ace3-1b6904d29591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216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cd44c4ef-4c46-40b5-ace3-1b6904d29591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57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cd44c4ef-4c46-40b5-ace3-1b6904d29591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cd44c4ef-4c46-40b5-ace3-1b6904d29591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cd44c4ef-4c46-40b5-ace3-1b6904d29591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cd44c4ef-4c46-40b5-ace3-1b6904d29591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cd44c4ef-4c46-40b5-ace3-1b6904d29591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cd44c4ef-4c46-40b5-ace3-1b6904d29591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