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249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95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4934c12b-b270-4739-97a1-b04b5b84eaaf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