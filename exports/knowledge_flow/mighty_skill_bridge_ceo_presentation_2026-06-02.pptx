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6/2 CEO Decision Meeting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本日決めたいこと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01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417320"/>
            <a:ext cx="1069848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800" b="0">
                <a:solidFill>
                  <a:srgbClr val="5B6978"/>
                </a:solidFill>
                <a:latin typeface="Yu Gothic"/>
              </a:rPr>
              <a:t>企画を決め打ちする場ではなく、次の開発の向きと優先順位を決める場です。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148840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サービス方向性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A/B/Cのどれを最初に育てるか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2148840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4候補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公式化する連携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NotebookLM / Slack / Notion / Obsidian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2148840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即時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打合せ後の反映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WBS / Calendar / Issues / Docs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977639"/>
            <a:ext cx="1028700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公開URLで動くデモと、Google Workspace同期の到達点を確認する。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NotebookLMが生成した論点を材料に、社長への質問を短く整理する。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未決事項は未決のまま残し、6/2後にWBSへ差し替える受け皿を用意する。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CEO slide 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PPTX: exports/knowledge_flow/mighty_skill_bridge_ceo_presentation_2026-06-02.pptx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Prototype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現在の到達点と公開デモ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02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698480" cy="3474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700" b="0">
                <a:solidFill>
                  <a:srgbClr val="5B6978"/>
                </a:solidFill>
                <a:latin typeface="Yu Gothic"/>
              </a:rPr>
              <a:t>社長に見せる公開URLは、UIデグレを防ぐガードを通して維持します。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938528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PASS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Public Demo Guard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公開URLのREADME fallbackを検知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1938528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LIVE/MOCK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AI fallback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Gemini quota中も停止しない構成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1938528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225 tasks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WBS sync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Sheets / Calendarへ同期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794760"/>
            <a:ext cx="10241280" cy="896112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経歴書・案件票から4軸フィット診断へ進むUIを維持。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Gemini制限中はdeterministic fallbackとCodexで開発を継続。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公開URLは社長共有済みのため、push前後のPublic Demo Guardを必須化。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Public URL: https://kanta13jp1.github.io/mighty-link-ai-connect/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Guard script: scripts/verify_public_demo.py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Quota-safe flow: docs/CODEX_CONTINUATION_NOTES.md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Google Workspace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Google Workspaceで進捗が回る基盤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03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Codex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実装・文書・WBS更新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80944" y="2011680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27248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WBS.tsv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45536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日程と状態の主ソース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12080" y="2011680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58384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Sheets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76672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CATS型WBS / Summary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43216" y="2011680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0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Calendar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07808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開発予定を同期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674352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20656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 / Drive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38944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NotebookLM投入資料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78608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09744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72016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3730752"/>
            <a:ext cx="996696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OAuth実行アカウントは k-umezawa@ml-mightylink.com に固定。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WBSはGoogle Sheetsへ、主要予定はCalendarへ同期。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docs配下はGoogle Docs化し、NotebookLM sourceとして再利用。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Workspace account: k-umezawa@ml-mightylink.com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sources ready: 60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Spreadsheet ID: 1L99HCBHr4IsVUWqnUuG6OgoUmxEQUdfaYQim1n6etB8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Knowledge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開発ナレッジ連携の実績とデモ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04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874519"/>
            <a:ext cx="2450592" cy="248716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14400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NotebookLM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22 source ready
Agent Brief / CEO outline取得済み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29584" y="1874519"/>
            <a:ext cx="2450592" cy="248716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30752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03904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権限確認待ち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30752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投稿案生成済み
CLI/MCP送信ツールは未露出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45936" y="1874519"/>
            <a:ext cx="2450592" cy="248716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47104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20256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MCP実行済み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7104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証跡ページ作成
意思決定DB候補を管理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62288" y="1874519"/>
            <a:ext cx="2450592" cy="24871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363456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36608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63456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Obsidian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63456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ローカルvault生成
ADR / Prompt / Meeting導線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" y="4572000"/>
            <a:ext cx="10332720" cy="60350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NotebookLMはプレゼンの草案作成に使い、AIエージェントの開発入力にもする。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Slackは投稿先と共有範囲の社長確認後に実送信へ進める。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Notionは議事録・意思決定・バックログの公式台帳候補、Obsidianはローカル思考メモ候補。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0352" y="541324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9808" y="5577840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74519" y="5541264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Notion evidence page: https://www.notion.so/3671d736b9db818aaa33da0a5f1a3951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draft: exports/knowledge_flow/slack_ceo_update.md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Obsidian vault: exports/knowledge_flow/obsidian_vault/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NotebookLM to PPTX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NotebookLMからPPTXへ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05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1874519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docs/ + WBS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公式手順・WBSを同期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8211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11880" y="1874519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5818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Docs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7647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Workspace所有で22件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7959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1874519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5566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NotebookLM CLI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要約・QA・8枚構成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7707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06840" y="1874519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5314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PowerPoint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7143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社長説明用PPTX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" y="3520440"/>
            <a:ext cx="987552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NotebookLM CLIで取得したCEO Slide Outlineを、説明用PPTXのストーリー骨子に反映。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PPTXは編集可能なPowerPointファイルとしてexports配下に保存し、Driveにもアップロード対象化。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artifact-tool runtimeはこのWindowsシェルで解決できないため、PPTX組版はpython-pptxで代替。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notebook: 75521ea6-6b9b-47b2-9508-50050d8ab2d5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Generator: scripts/generate_ceo_presentation_deck.py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Decision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サービス方向性の選択肢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06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A. AIフィット診断支援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82496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営業 / 人材担当 / エンジニア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82496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採用・SES・案件配属の効率化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82496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デモの診断体験を磨く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70832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B. Workspace連携型PM支援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58384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経営 / PM / 現場責任者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58384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進捗・報告・予定同期の高速化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58384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WBS/Calendar同期を商品化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46720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47888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C. AI PoC高速構築支援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47888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34272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新規事業 / 企画 / 開発責任者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47888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34272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検証回数と提案速度を増やす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47888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34272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NotebookLM/Docs連携を型化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" y="4526280"/>
            <a:ext cx="10241280" cy="457200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6/2では最初の適用業務と最初に見せる相手を決める。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正式企画は決め打ちせず、社長判断後にWBSとロードマップへ反映する。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Decision pack: docs/CEO_PRESENTATION_DECISION_PACK_2026-06-02.md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 tasks: T605 / T611 / T623 / T615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Risks and Boundaries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運用・リスク論点と未完了項目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07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10881360" cy="420624"/>
          </a:xfrm>
          <a:prstGeom prst="rect">
            <a:avLst/>
          </a:prstGeom>
          <a:solidFill>
            <a:srgbClr val="10489A"/>
          </a:solidFill>
          <a:ln w="12700">
            <a:solidFill>
              <a:srgbClr val="1048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764792"/>
            <a:ext cx="128016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論点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現状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84848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次の扱い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2167128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2304288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公開URL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社長共有済み。UIデグレは許容しない。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84848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Public Demo Guardをpush前後で実行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2825496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2962656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86000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CLI未検出、送信MCP未露出。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84848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投稿先と共有範囲をIssue #2で管理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3483864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7824" y="3621024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GitHub Project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6000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read:project / project scope不足。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84848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Issue #8でOAuth復旧後に配置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4142232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7824" y="4279392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外部投入情報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認証情報・個人情報・未承認顧客情報は投入禁止。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84848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docs/とWBSに安全ルールを明記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GitHub Project check: gh project list -&gt; missing read:project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check: local slack CLI not found; connector send tool not exposed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 #8 / #2で残課題化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Next 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次アクションとWBSへの即時反映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08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8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87552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0704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PPTX生成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 outlineをPowerPoint化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5184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17520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255263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28415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36976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権限確認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Slack / GitHub Projectの復旧確認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82896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285232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522976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96128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04688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判断材料レビュー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68112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社長説明資料の最終確認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50608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52944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790688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63840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最終リハーサル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35823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公開URL / WBS / Calendar / 資料確認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820656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0058400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131552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40112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社長判断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03536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決定事項をWBSへ即時反映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1248" y="3977639"/>
            <a:ext cx="10287000" cy="74980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社長に決めてもらうこと: 最初の業務課題、最初の利用者、公式化する連携、公開範囲。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決定直後にやること: WBS・Calendar・Issues・Docsへ反映し、次回レビュー日を固定。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保留にすること: サービス名、課金、外部共有範囲、Slack/Notionの正式運用範囲。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WBS: data/WBS.tsv / docs/WBS.md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Calendar sync: scripts/sync_wbs_to_calendar.py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 tracking: GitHub Issues #1-#11/#13/#14/#16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