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e82f0b43-69aa-474a-9b6c-b67f018696fb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e82f0b43-69aa-474a-9b6c-b67f018696fb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225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e82f0b43-69aa-474a-9b6c-b67f018696fb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61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e82f0b43-69aa-474a-9b6c-b67f018696fb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e82f0b43-69aa-474a-9b6c-b67f018696fb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e82f0b43-69aa-474a-9b6c-b67f018696fb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e82f0b43-69aa-474a-9b6c-b67f018696fb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e82f0b43-69aa-474a-9b6c-b67f018696fb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e82f0b43-69aa-474a-9b6c-b67f018696fb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