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66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2c7c4a2d-2731-4c8f-8136-4c41daa7b7b3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