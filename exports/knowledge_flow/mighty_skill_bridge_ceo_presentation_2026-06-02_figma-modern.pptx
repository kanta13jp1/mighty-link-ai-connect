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01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02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385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062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03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sources ready: 160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04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35260A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05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notebook: 4934c12b-b270-4739-97a1-b04b5b84eaaf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06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151E2E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07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08 / 08   |   NotebookLM CLI outline · ID: 4934c12b...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